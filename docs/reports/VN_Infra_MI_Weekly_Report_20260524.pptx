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VIETNAM INFRASTRUCTURE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320040" y="96012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INTELLIGENCE REPORT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627632"/>
            <a:ext cx="502920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78308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인프라 시장 동향 주간 보고서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발행일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2026년 05년 24일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496312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96312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 기준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496312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72584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72584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마스터플랜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72584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21개 플랜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48856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48856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분석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848856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Haiku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0040" y="3246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by Area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566160"/>
            <a:ext cx="2697480" cy="5943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62102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 인프라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20040" y="3895344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Plans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090672" y="3566160"/>
            <a:ext cx="2697480" cy="594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90672" y="362102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에너지·전력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090672" y="3895344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Plans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61304" y="3566160"/>
            <a:ext cx="2697480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61304" y="362102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도시·교통·산업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861304" y="3895344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Plans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0040" y="4846320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7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hms4792.github.io/vietnam-infra-news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환경 인프라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Infrastructure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포함 마스터플랜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7977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0" y="277977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21868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5526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VN-WAT-RESOURCES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0" y="325526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VN-WAT-RESOURCES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69417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3075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0" y="373075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169664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2062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6000" y="420624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645152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68172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86000" y="4681728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1085/QĐ-TTg (2016) + QCVN 14:2008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(사업 개요 미등록 — knowledge_index.json 업데이트 필요)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Waste Water  |  Decision 1085/QĐ-TTg (2016) + QCVN 14:2008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VN-WAT-RESOURCES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VN-WAT-RESOURCES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1622/QĐ-TTg (2017)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(사업 개요 미등록 — knowledge_index.json 업데이트 필요)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Supply/Drainage  |  Decision 1622/QĐ-TTg (2017)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(사업 개요 미등록 — knowledge_index.json 업데이트 필요)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Waste Water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491/QĐ-TTg (2018)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(사업 개요 미등록 — knowledge_index.json 업데이트 필요)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 Waste  |  Decision 491/QĐ-TTg (2018)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1894/QĐ-TTg (2024)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(사업 개요 미등록 — knowledge_index.json 업데이트 필요)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 Waste  |  Decision 1894/QĐ-TTg (2024)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에너지·전력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&amp; Power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포함 마스터플랜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7977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0" y="277977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21868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5526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VN-PWR-PDP8-RENEWABLE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0" y="325526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VN-PWR-PDP8-RENEWABLE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69417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3075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VN-PWR-PDP8-LNG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0" y="373075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VN-PWR-PDP8-LNG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169664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2062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VN-PWR-PDP8-GRID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6000" y="420624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VN-PWR-PDP8-GRID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645152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68172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VN-PWR-PDP8-NUCLEAR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86000" y="4681728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VN-PWR-PDP8-NUCLEAR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512064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515721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VN-PWR-PDP8-HYDROGEN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286000" y="515721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VN-PWR-PDP8-HYDROGEN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559612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563270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VN-OG-2030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286000" y="563270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VN-OG-2030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500/QĐ-TTg (2023) + Decision 768/QĐ-TTg (2024 개정)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(사업 개요 미등록 — knowledge_index.json 업데이트 필요)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 |  Decision 500/QĐ-TTg (2023) + Decision 768/QĐ-TTg (2024 개정)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VN-PWR-PDP8-RENEWABLE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VN-PWR-PDP8-RENEWABLE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(사업 개요 미등록 — knowledge_index.json 업데이트 필요)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VN-PWR-PDP8-LNG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VN-PWR-PDP8-LNG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(사업 개요 미등록 — knowledge_index.json 업데이트 필요)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VN-PWR-PDP8-GRID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VN-PWR-PDP8-GRID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(사업 개요 미등록 — knowledge_index.json 업데이트 필요)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VN-PWR-PDP8-NUCLEAR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VN-PWR-PDP8-NUCLEAR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(사업 개요 미등록 — knowledge_index.json 업데이트 필요)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VN-PWR-PDP8-HYDROGEN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VN-PWR-PDP8-HYDROGEN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(사업 개요 미등록 — knowledge_index.json 업데이트 필요)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VN-OG-2030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VN-OG-2030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893/QĐ-TTg (2023)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(사업 개요 미등록 — knowledge_index.json 업데이트 필요)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Oil &amp; Gas  |  Decision 893/QĐ-TTg (2023)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도시·교통·산업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Urban &amp; Transport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포함 마스터플랜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7977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0" y="277977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21868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5526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VN-TRAN-2055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0" y="325526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VN-TRAN-2055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69417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3075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VN-MEKONG-DELTA-2030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0" y="373075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VN-MEKONG-DELTA-2030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169664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2062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VN-URB-METRO-2030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6000" y="420624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VN-URB-METRO-2030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645152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68172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VN-SC-2030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86000" y="4681728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VN-SC-2030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512064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515721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VN-EV-2030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286000" y="515721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VN-EV-2030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559612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563270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HN-URBAN-INFRA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286000" y="563270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HN-URBAN-INFRA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607161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610819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HN-URBAN-WEST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286000" y="610819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HN-URBAN-WEST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6547104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658368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HN-URBAN-NORTH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286000" y="658368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HN-URBAN-NORTH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326/QĐ-TTg (2022) + 외국인 투자 유치 전략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(사업 개요 미등록 — knowledge_index.json 업데이트 필요)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Parks  |  Decision 326/QĐ-TTg (2022) + 외국인 투자 유치 전략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VN-TRAN-2055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VN-TRAN-2055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1412/QĐ-TTg (2021)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(사업 개요 미등록 — knowledge_index.json 업데이트 필요)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  |  Decision 1412/QĐ-TTg (2021)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VN-MEKONG-DELTA-2030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VN-MEKONG-DELTA-2030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 13-NQ/TW (2022)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(사업 개요 미등록 — knowledge_index.json 업데이트 필요)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  |  Resolution 13-NQ/TW (2022)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VN-URB-METRO-2030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VN-URB-METRO-2030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(사업 개요 미등록 — knowledge_index.json 업데이트 필요)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VN-SC-2030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VN-SC-2030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950/QĐ-TTg (2018)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(사업 개요 미등록 — knowledge_index.json 업데이트 필요)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  |  Decision 950/QĐ-TTg (2018)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VN-EV-2030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VN-EV-2030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(사업 개요 미등록 — knowledge_index.json 업데이트 필요)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HN-URBAN-INFRA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HN-URBAN-INFRA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(사업 개요 미등록 — knowledge_index.json 업데이트 필요)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HN-URBAN-WEST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HN-URBAN-WEST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(사업 개요 미등록 — knowledge_index.json 업데이트 필요)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HN-URBAN-NORTH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HN-URBAN-NORTH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(사업 개요 미등록 — knowledge_index.json 업데이트 필요)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Vietnam Infrastructure MI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14630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Report Pipeline · SA-8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21개 마스터플랜 · KPI 0개 · 프로젝트 0개 — knowledge_index 기반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23317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매주 토요일 KST 22:00 자동 생성 — Claude Haiku AI 기사 분석 연계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26517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 (사업 개요 고정) + Layer 2 (AI 동적 분석) 이중 레이어 구조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9718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EF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노란색 하이라이트 = KPI 변동 자동 감지 · 이메일 자동 첨부 발송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37490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대시보드: hms4792.github.io/vietnam-infra-news/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Vietnam Infrastructure MI Weekly Report 2026-05-24</dc:title>
  <dc:subject>Vietnam Infrastructure Market Intelligence</dc:subject>
  <dc:creator>Claude SA-8 Auto-Report</dc:creator>
  <cp:lastModifiedBy>Claude SA-8 Auto-Report</cp:lastModifiedBy>
  <cp:revision>1</cp:revision>
  <dcterms:created xsi:type="dcterms:W3CDTF">2026-05-24T13:26:55Z</dcterms:created>
  <dcterms:modified xsi:type="dcterms:W3CDTF">2026-05-24T13:26:55Z</dcterms:modified>
</cp:coreProperties>
</file>