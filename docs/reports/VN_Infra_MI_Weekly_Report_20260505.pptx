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3152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5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5월 5일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9748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9748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knowledge_index v2.1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9516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9516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9516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2651760" cy="658368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330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42569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1645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2030 목표 기준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FFDE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82896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= 직전 주 대비 KPI 변동사항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undefined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0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4864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14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85292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620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0540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 인프라 개발 계획 2030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285292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8620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30540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도시개발 (동아인, 메린)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36499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741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도시개발 (화락 첨단기술단지)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336499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3741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35661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환경산업 발전 프로그램 (결정문 1894/…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87705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8862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0782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전기차·친환경 교통 전략 2030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87705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38862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40782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베트남 산업단지 개발 계획 2030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9826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5902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438912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439826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63440" y="45902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 분야 전략 2030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90118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9103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51023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제8차 국가전력개발계획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490118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49103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51023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541324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54223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56144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그린수소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541324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54223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63440" y="56144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LNG 가스발전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592531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59344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6126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원전 재개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0" y="592531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59344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63440" y="6126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재생에너지 (해상풍력·태양광)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643737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64465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8640" y="66385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개발 프로그램 2030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0" y="643737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663440" y="64465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663440" y="66385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고형폐기물 관리 전략 2030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694944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695858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8640" y="71506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교통 인프라 마스터플랜 2021-2030 …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0" y="694944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4663440" y="695858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663440" y="71506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도시철도(메트로) 개발 계획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" y="746150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48640" y="74706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48640" y="76626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수자원 개발 전략 2030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0" y="746150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4663440" y="74706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663440" y="76626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배수·침수 방지 마스터플랜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7200" y="797356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548640" y="798271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48640" y="817473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하수처리 프로그램 2030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 인프라 개발 계획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도시개발 (동아인, 메린)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도시개발 (화락 첨단기술단지)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환경산업 발전 프로그램 (결정문 1894/QĐ-TTg 2024)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1894/QĐ-TTg (2024)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1894/QĐ-TTg (2024)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전기차·친환경 교통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베트남 산업단지 개발 계획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326/QĐ-TTg (2022) + 외국인 투자 유치 전략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326/QĐ-TTg (2022) + 외국인 투자 유치 전략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13-NQ/TW (2022)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Resolution 13-NQ/TW (2022)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 분야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893/QĐ-TTg (2023)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893/QĐ-TTg (2023)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제8차 국가전력개발계획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500/QĐ-TTg (2023) + Decision 768/QĐ-TTg (2024 개정)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500/QĐ-TTg (2023) + Decision 768/QĐ-TTg (2024 개정)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그린수소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LNG 가스발전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원전 재개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재생에너지 (해상풍력·태양광)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개발 프로그램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950/QĐ-TTg (2018)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950/QĐ-TTg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고형폐기물 관리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491/QĐ-TTg (2018)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491/QĐ-TTg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교통 인프라 마스터플랜 2021-2030 (비전 2050)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1412/QĐ-TTg (2021)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1412/QĐ-TTg (2021)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도시철도(메트로) 개발 계획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수자원 개발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1622/QĐ-TTg (2017)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1622/QĐ-TTg (2017)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배수·침수 방지 마스터플랜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하수처리 프로그램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1085/QĐ-TTg (2016) + QCVN 14:2008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1085/QĐ-TTg (2016) + QCVN 14:2008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3152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knowledge_index v2.1 기반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935224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374136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813048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Infrastructure MI Report — SA-8 Auto-Generated | 2026-05-05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Report 20260505</dc:title>
  <dc:subject>베트남 인프라 시장 동향 주간 보고서</dc:subject>
  <dc:creator>SA-8 MI Report Pipeline</dc:creator>
  <cp:lastModifiedBy>SA-8 MI Report Pipeline</cp:lastModifiedBy>
  <cp:revision>1</cp:revision>
  <dcterms:created xsi:type="dcterms:W3CDTF">2026-05-05T00:21:06Z</dcterms:created>
  <dcterms:modified xsi:type="dcterms:W3CDTF">2026-05-05T00:21:06Z</dcterms:modified>
</cp:coreProperties>
</file>