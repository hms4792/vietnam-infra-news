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5월 4일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knowledge_index v2.1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606040"/>
            <a:ext cx="2011680" cy="91440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2633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5160" y="28895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651760" cy="658368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330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25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2030 목표 기준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= 직전 주 대비 KPI 변동사항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undefined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285292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30540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36499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374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87705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886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38912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3982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4590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90118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4910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51023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541324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54223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56144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5925312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59344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6126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6437376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64465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6638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6949440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663440" y="695858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63440" y="71506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86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0" y="7461504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4663440" y="74706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63440" y="76626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7973568"/>
            <a:ext cx="3840480" cy="402336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48640" y="79827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8640" y="81747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도시개발 (동아인, 메린)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도시개발 (화락 첨단기술단지)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환경산업 발전 프로그램 (결정문 1894/QĐ-TTg 2024)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전기차·친환경 교통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베트남 산업단지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 델타 인프라 개발 계획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 분야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제8차 국가전력개발계획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송배전망 확충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그린수소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LNG 가스발전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원전 재개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재생에너지 (해상풍력·태양광)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스마트시티 개발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고형폐기물 관리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교통 인프라 마스터플랜 2021-2030 (비전 2050)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도시철도(메트로) 개발 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수자원 개발 전략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배수·침수 방지 마스터플랜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3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40280" y="731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 하수처리 프로그램 2030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36576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7498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024128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24128"/>
            <a:ext cx="54864" cy="1463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42416"/>
            <a:ext cx="4059936" cy="14264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개요 정보 없음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" y="2578608"/>
            <a:ext cx="4206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" y="29077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정보 없음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1155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정보 없음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knowledge_index v2.1 기반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374136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13048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Infrastructure MI Report — SA-8 Auto-Generated | 2026-05-04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Report 20260504</dc:title>
  <dc:subject>베트남 인프라 시장 동향 주간 보고서</dc:subject>
  <dc:creator>SA-8 MI Report Pipeline</dc:creator>
  <cp:lastModifiedBy>SA-8 MI Report Pipeline</cp:lastModifiedBy>
  <cp:revision>1</cp:revision>
  <dcterms:created xsi:type="dcterms:W3CDTF">2026-05-04T02:12:00Z</dcterms:created>
  <dcterms:modified xsi:type="dcterms:W3CDTF">2026-05-04T02:12:00Z</dcterms:modified>
</cp:coreProperties>
</file>