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23일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도시권 및 산업단지 폐수 처리 인프라 구축 고도화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광역 고형폐기물 및 생활폐기물 처리 인프라 최적화 및 에너지화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주요 지정 도시권 내 안전한 식수 공급망 인프라 확충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Urban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 및 메콩 델타 지역 수자원 통합 관리 체계 구축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산업단지(IZ) 내 중앙 집중식 오폐수 처리장 의무화 및 모니터링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국립공원 및 자연보호구역 생태계 보전 및 복원 계획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2030년까지의 국가 전력망 확충 및 탄소중립 이행 로드맵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태양광, 풍력, 수력 등 신재생에너지 발전 비중 획기적 확대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기저부하 대응을 위한 가스 및 LNG 복합화력 발전소 건설 계획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소형모듈원전(SMR) 및 대형 원전 도입 타당성 재검토 추진 법적 근거 마련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원유, 석유제품, 천연가스 비축시설 및 배관망 확충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주요 지정 도시권 내 안전한 식수 공급망 인프라 확충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Urban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남북고속철도, 고속도로망, 신공항을 아우르는 전국 단위 교통 인프라 혁신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호치민 대도시권 교통정체 해소를 위한 대중교통 중심 개발(TOD) 메트로 노선망 구축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Urban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하이퐁, 박닌, 박장, 하이즈엉 등 북부 주요 지역 산업 거점 고도화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North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홍강을 중심으로 하는 하노이 대도시권 확장 및 위성도시 다극화 체계 개편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Hanoi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동안현의 시 전환 및 금융·문화·스마트 거점 도시 육성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Hanoi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최대 핵심 과학기술 및 R&amp;D, 고등교육 클러스터 위성도시 고도화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Hanoi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서민 및 산업단지 근로자를 위한 100만 가구 사회주택(Social Housing) 공급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하노이, 호치민, 다낭, 껀터를 잇는 스마트시티 체인망 구축 및 데이터 허브 표준화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0개 · 프로젝트 19개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2026-07-23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2026-07-23T14:39:06Z</dcterms:created>
  <dcterms:modified xsi:type="dcterms:W3CDTF">2026-07-23T14:39:06Z</dcterms:modified>
</cp:coreProperties>
</file>