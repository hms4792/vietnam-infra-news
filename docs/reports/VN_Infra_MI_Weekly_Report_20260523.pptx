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2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28600"/>
            <a:ext cx="8503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spc="2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VIETNAM INFRASTRUCTURE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320040" y="960120"/>
            <a:ext cx="8503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spc="200" kern="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INTELLIGENCE REPORT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20040" y="1627632"/>
            <a:ext cx="5029200" cy="0"/>
          </a:xfrm>
          <a:prstGeom prst="line">
            <a:avLst/>
          </a:prstGeom>
          <a:noFill/>
          <a:ln w="3175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783080"/>
            <a:ext cx="8503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AAD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베트남 인프라 시장 동향 주간 보고서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20040" y="2377440"/>
            <a:ext cx="2103120" cy="658368"/>
          </a:xfrm>
          <a:prstGeom prst="rect">
            <a:avLst/>
          </a:prstGeom>
          <a:solidFill>
            <a:srgbClr val="1A3A5C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2414016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발행일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20040" y="2633472"/>
            <a:ext cx="2103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2026년 05년 23일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496312" y="2377440"/>
            <a:ext cx="2103120" cy="658368"/>
          </a:xfrm>
          <a:prstGeom prst="rect">
            <a:avLst/>
          </a:prstGeom>
          <a:solidFill>
            <a:srgbClr val="1A3A5C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96312" y="2414016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분석 기준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496312" y="2633472"/>
            <a:ext cx="2103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2.4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672584" y="2377440"/>
            <a:ext cx="2103120" cy="658368"/>
          </a:xfrm>
          <a:prstGeom prst="rect">
            <a:avLst/>
          </a:prstGeom>
          <a:solidFill>
            <a:srgbClr val="1A3A5C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72584" y="2414016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마스터플랜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672584" y="2633472"/>
            <a:ext cx="2103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21개 플랜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848856" y="2377440"/>
            <a:ext cx="2103120" cy="658368"/>
          </a:xfrm>
          <a:prstGeom prst="rect">
            <a:avLst/>
          </a:prstGeom>
          <a:solidFill>
            <a:srgbClr val="1A3A5C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48856" y="2414016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분석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848856" y="2633472"/>
            <a:ext cx="2103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Haiku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20040" y="32461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Coverage by Area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0040" y="3566160"/>
            <a:ext cx="2697480" cy="59436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3621024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환경 인프라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20040" y="3895344"/>
            <a:ext cx="2697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Plans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090672" y="3566160"/>
            <a:ext cx="2697480" cy="59436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090672" y="3621024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에너지·전력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3090672" y="3895344"/>
            <a:ext cx="2697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Plans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861304" y="3566160"/>
            <a:ext cx="2697480" cy="5943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861304" y="3621024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도시·교통·산업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861304" y="3895344"/>
            <a:ext cx="2697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Plans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20040" y="4846320"/>
            <a:ext cx="8503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7F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hms4792.github.io/vietnam-infra-news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C2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3152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환경 인프라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457200" y="17373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Environment Infrastructure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24231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포함 마스터플랜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2743200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779776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VN-WW-2030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286000" y="2779776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VN-WW-2030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3218688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3255264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VN-WAT-RESOURCES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286000" y="3255264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VN-WAT-RESOURCES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3694176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730752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VN-WAT-URBAN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286000" y="3730752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VN-WAT-URBAN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4169664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4206240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VN-SWM-NATIONAL-2030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286000" y="4206240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VN-SWM-NATIONAL-2030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4645152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4681728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VN-ENV-IND-1894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286000" y="4681728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VN-ENV-IND-1894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VN-WW-2030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VN-WW-2030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1085/QĐ-TTg (2016) + QCVN 14:2008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(사업 개요 미등록 — knowledge_index.json 업데이트 필요)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Waste Water  |  Decision 1085/QĐ-TTg (2016) + QCVN 14:2008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VN-WAT-RESOURCES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VN-WAT-RESOURCES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1622/QĐ-TTg (2017)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(사업 개요 미등록 — knowledge_index.json 업데이트 필요)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Water Supply/Drainage  |  Decision 1622/QĐ-TTg (2017)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VN-WAT-URBAN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VN-WAT-URBAN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(사업 개요 미등록 — knowledge_index.json 업데이트 필요)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Waste Water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VN-SWM-NATIONAL-2030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VN-SWM-NATIONAL-2030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491/QĐ-TTg (2018)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(사업 개요 미등록 — knowledge_index.json 업데이트 필요)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Solid Waste  |  Decision 491/QĐ-TTg (2018)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VN-ENV-IND-1894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VN-ENV-IND-1894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1894/QĐ-TTg (2024)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(사업 개요 미등록 — knowledge_index.json 업데이트 필요)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Solid Waste  |  Decision 1894/QĐ-TTg (2024)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C2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3152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에너지·전력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457200" y="17373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Energy &amp; Power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24231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포함 마스터플랜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2743200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779776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286000" y="2779776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3218688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3255264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VN-PWR-PDP8-RENEWABLE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286000" y="3255264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VN-PWR-PDP8-RENEWABLE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3694176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730752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VN-PWR-PDP8-LNG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286000" y="3730752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VN-PWR-PDP8-LNG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4169664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4206240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VN-PWR-PDP8-GRID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286000" y="4206240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VN-PWR-PDP8-GRID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4645152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4681728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VN-PWR-PDP8-NUCLEAR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286000" y="4681728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VN-PWR-PDP8-NUCLEAR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5120640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5157216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VN-PWR-PDP8-HYDROGEN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286000" y="5157216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VN-PWR-PDP8-HYDROGEN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5596128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5632704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VN-OG-2030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2286000" y="5632704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VN-OG-2030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500/QĐ-TTg (2023) + Decision 768/QĐ-TTg (2024 개정)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(사업 개요 미등록 — knowledge_index.json 업데이트 필요)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  |  Decision 500/QĐ-TTg (2023) + Decision 768/QĐ-TTg (2024 개정)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VN-PWR-PDP8-RENEWABLE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VN-PWR-PDP8-RENEWABLE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(사업 개요 미등록 — knowledge_index.json 업데이트 필요)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VN-PWR-PDP8-LNG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VN-PWR-PDP8-LNG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(사업 개요 미등록 — knowledge_index.json 업데이트 필요)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VN-PWR-PDP8-GRID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VN-PWR-PDP8-GRID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(사업 개요 미등록 — knowledge_index.json 업데이트 필요)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VN-PWR-PDP8-NUCLEAR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VN-PWR-PDP8-NUCLEAR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(사업 개요 미등록 — knowledge_index.json 업데이트 필요)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VN-PWR-PDP8-HYDROGEN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VN-PWR-PDP8-HYDROGEN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(사업 개요 미등록 — knowledge_index.json 업데이트 필요)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VN-OG-2030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VN-OG-2030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893/QĐ-TTg (2023)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(사업 개요 미등록 — knowledge_index.json 업데이트 필요)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Oil &amp; Gas  |  Decision 893/QĐ-TTg (2023)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C2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3152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도시·교통·산업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457200" y="17373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Urban &amp; Transport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24231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포함 마스터플랜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2743200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779776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VN-IP-NORTH-2030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286000" y="2779776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VN-IP-NORTH-2030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3218688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3255264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VN-TRAN-2055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286000" y="3255264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VN-TRAN-2055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3694176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730752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VN-MEKONG-DELTA-2030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286000" y="3730752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VN-MEKONG-DELTA-2030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4169664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4206240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VN-URB-METRO-2030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286000" y="4206240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VN-URB-METRO-2030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4645152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4681728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VN-SC-2030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286000" y="4681728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VN-SC-2030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5120640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5157216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VN-EV-2030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286000" y="5157216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VN-EV-2030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5596128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5632704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HN-URBAN-INFRA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2286000" y="5632704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HN-URBAN-INFRA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57200" y="6071616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8640" y="6108192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HN-URBAN-WEST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2286000" y="6108192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HN-URBAN-WEST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57200" y="6547104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48640" y="6583680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HN-URBAN-NORTH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2286000" y="6583680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HN-URBAN-NORTH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VN-IP-NORTH-2030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VN-IP-NORTH-2030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326/QĐ-TTg (2022) + 외국인 투자 유치 전략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(사업 개요 미등록 — knowledge_index.json 업데이트 필요)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Industrial Parks  |  Decision 326/QĐ-TTg (2022) + 외국인 투자 유치 전략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VN-TRAN-2055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VN-TRAN-2055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1412/QĐ-TTg (2021)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(사업 개요 미등록 — knowledge_index.json 업데이트 필요)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Transport  |  Decision 1412/QĐ-TTg (2021)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VN-MEKONG-DELTA-2030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VN-MEKONG-DELTA-2030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Resolution 13-NQ/TW (2022)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(사업 개요 미등록 — knowledge_index.json 업데이트 필요)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Transport  |  Resolution 13-NQ/TW (2022)</a:t>
            </a:r>
            <a:endParaRPr lang="en-US" sz="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VN-URB-METRO-2030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VN-URB-METRO-2030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(사업 개요 미등록 — knowledge_index.json 업데이트 필요)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City</a:t>
            </a:r>
            <a:endParaRPr lang="en-US" sz="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VN-SC-2030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VN-SC-2030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950/QĐ-TTg (2018)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(사업 개요 미등록 — knowledge_index.json 업데이트 필요)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City  |  Decision 950/QĐ-TTg (2018)</a:t>
            </a:r>
            <a:endParaRPr lang="en-US" sz="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VN-EV-2030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VN-EV-2030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(사업 개요 미등록 — knowledge_index.json 업데이트 필요)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Transport</a:t>
            </a:r>
            <a:endParaRPr lang="en-US" sz="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HN-URBAN-INFRA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HN-URBAN-INFRA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(사업 개요 미등록 — knowledge_index.json 업데이트 필요)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City</a:t>
            </a:r>
            <a:endParaRPr lang="en-US" sz="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HN-URBAN-WEST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HN-URBAN-WEST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(사업 개요 미등록 — knowledge_index.json 업데이트 필요)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City</a:t>
            </a:r>
            <a:endParaRPr lang="en-US" sz="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HN-URBAN-NORTH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HN-URBAN-NORTH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(사업 개요 미등록 — knowledge_index.json 업데이트 필요)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City</a:t>
            </a:r>
            <a:endParaRPr lang="en-US" sz="8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C2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0"/>
            <a:ext cx="8595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Vietnam Infrastructure MI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365760" y="146304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Report Pipeline · SA-8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65760" y="201168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D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21개 마스터플랜 · KPI 0개 · 프로젝트 0개 — knowledge_index 기반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233172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D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매주 토요일 KST 22:00 자동 생성 — Claude Haiku AI 기사 분석 연계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265176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D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1 (사업 개요 고정) + Layer 2 (AI 동적 분석) 이중 레이어 구조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" y="297180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EF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노란색 하이라이트 = KPI 변동 자동 감지 · 이메일 자동 첨부 발송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" y="374904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대시보드: hms4792.github.io/vietnam-infra-news/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Vietnam Infrastructure MI Weekly Report 2026-05-23</dc:title>
  <dc:subject>Vietnam Infrastructure Market Intelligence</dc:subject>
  <dc:creator>Claude SA-8 Auto-Report</dc:creator>
  <cp:lastModifiedBy>Claude SA-8 Auto-Report</cp:lastModifiedBy>
  <cp:revision>1</cp:revision>
  <dcterms:created xsi:type="dcterms:W3CDTF">2026-05-23T04:49:55Z</dcterms:created>
  <dcterms:modified xsi:type="dcterms:W3CDTF">2026-05-23T04:49:55Z</dcterms:modified>
</cp:coreProperties>
</file>