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05년 10일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(사업 개요 미등록 — knowledge_index.json 업데이트 필요)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0개 · 프로젝트 0개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2026-05-10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2026-05-10T04:26:52Z</dcterms:created>
  <dcterms:modified xsi:type="dcterms:W3CDTF">2026-05-10T04:26:52Z</dcterms:modified>
</cp:coreProperties>
</file>