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05년 10일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1085/QĐ-TTg (2016) + QCVN 14:2008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Decision 1085/QĐ-TTg (2016) + QCVN 14:2008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1622/QĐ-TTg (2017)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Decision 1622/QĐ-TTg (2017)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491/QĐ-TTg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1894/QĐ-TTg (2024)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Decision 1894/QĐ-TTg (2024)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500/QĐ-TTg (2023) + Decision 768/QĐ-TTg (2024 개정)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Decision 500/QĐ-TTg (2023) + Decision 768/QĐ-TTg (2024 개정)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VN-PWR-PDP8-GRID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VN-PWR-PDP8-HYDROGEN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893/QĐ-TTg (2023)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Decision 893/QĐ-TTg (2023)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326/QĐ-TTg (2022) + 외국인 투자 유치 전략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Decision 326/QĐ-TTg (2022) + 외국인 투자 유치 전략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1412/QĐ-TTg (2021)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Decision 1412/QĐ-TTg (2021)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VN-MEKONG-DELTA-2030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13-NQ/TW (2022)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Resolution 13-NQ/TW (2022)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VN-SC-2030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950/QĐ-TTg (2018)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Decision 950/QĐ-TTg (2018)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VN-EV-2030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HN-URBAN-INFRA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HN-URBAN-WEST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HN-URBAN-NORTH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(사업 개요 미등록 — knowledge_index.json 업데이트 필요)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마스터플랜 · KPI 0개 · 프로젝트 0개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2026-05-10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2026-05-10T06:36:30Z</dcterms:created>
  <dcterms:modified xsi:type="dcterms:W3CDTF">2026-05-10T06:36:30Z</dcterms:modified>
</cp:coreProperties>
</file>