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10년 03일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2026-10-03</dc:title>
  <dc:subject>Vietnam Infrastructure Market Intelligence</dc:subject>
  <dc:creator>Claude SA-8 Auto-Report</dc:creator>
  <cp:lastModifiedBy>Claude SA-8 Auto-Report</cp:lastModifiedBy>
  <cp:revision>1</cp:revision>
  <dcterms:created xsi:type="dcterms:W3CDTF">2026-10-03T06:28:45Z</dcterms:created>
  <dcterms:modified xsi:type="dcterms:W3CDTF">2026-10-03T06:28:45Z</dcterms:modified>
</cp:coreProperties>
</file>