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5월 6일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knowledge_index v2.1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65176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33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256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2030 목표 기준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= 직전 주 대비 KPI 변동사항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undefined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6634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634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86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6634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634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797356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7982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8640" y="81747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1894/QĐ-TTg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(비전 2050)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knowledge_index v2.1 기반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74136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Infrastructure MI Report — SA-8 Auto-Generated | 2026-05-06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Report 20260506</dc:title>
  <dc:subject>베트남 인프라 시장 동향 주간 보고서</dc:subject>
  <dc:creator>SA-8 MI Report Pipeline</dc:creator>
  <cp:lastModifiedBy>SA-8 MI Report Pipeline</cp:lastModifiedBy>
  <cp:revision>1</cp:revision>
  <dcterms:created xsi:type="dcterms:W3CDTF">2026-05-06T02:39:29Z</dcterms:created>
  <dcterms:modified xsi:type="dcterms:W3CDTF">2026-05-06T02:39:29Z</dcterms:modified>
</cp:coreProperties>
</file>