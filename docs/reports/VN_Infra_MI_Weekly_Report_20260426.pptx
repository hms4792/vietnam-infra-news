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4월 26일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9748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9748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knowledge_index v2.1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95160" y="2606040"/>
            <a:ext cx="2011680" cy="914400"/>
          </a:xfrm>
          <a:prstGeom prst="rect">
            <a:avLst/>
          </a:prstGeom>
          <a:solidFill>
            <a:srgbClr val="1A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95160" y="26334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95160" y="288950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2651760" cy="658368"/>
          </a:xfrm>
          <a:prstGeom prst="rect">
            <a:avLst/>
          </a:prstGeom>
          <a:solidFill>
            <a:srgbClr val="0D9488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3308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42569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86460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4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1645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2030 목표 기준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FFFDE7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882896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= 직전 주 대비 KPI 변동사항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undefined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0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0" cy="36576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51460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8620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305409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 인프라 개발 계획 2030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285292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8620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305409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도시개발 (동아인, 메린)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36499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7413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도시개발 (화락 첨단기술단지)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0" y="336499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337413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3440" y="35661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발전 프로그램 (결정문 1894/…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87705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88620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07822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전기차·친환경 교통 전략 2030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387705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88620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63440" y="407822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베트남 산업단지 개발 계획 2030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39826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45902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0" y="438912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39826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63440" y="45902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 분야 전략 2030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90118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91032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51023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제8차 국가전력개발계획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0" y="490118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491032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51023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541324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542239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56144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그린수소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0" y="541324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42239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663440" y="56144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LNG 가스발전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592531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5934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48640" y="61264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원전 재개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0" y="5925312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663440" y="5934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663440" y="61264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재생에너지 (해상풍력·태양광)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643737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644652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8640" y="663854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개발 프로그램 2030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0" y="6437376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663440" y="644652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663440" y="663854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고형폐기물 관리 전략 2030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694944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695858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48640" y="715060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교통 인프라 마스터플랜 2021-2030 …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0" y="6949440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663440" y="695858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663440" y="715060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도시철도(메트로) 개발 계획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57200" y="746150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548640" y="74706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8640" y="766267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수자원 개발 전략 2030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572000" y="7461504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4663440" y="74706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663440" y="766267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배수·침수 방지 마스터플랜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57200" y="7973568"/>
            <a:ext cx="3840480" cy="40233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548640" y="798271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48640" y="817473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하수처리 프로그램 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 인프라 개발 계획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도시개발 (동아인, 메린)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도시개발 (화락 첨단기술단지)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발전 프로그램 (결정문 1894/QĐ-TTg 2024)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전기차·친환경 교통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베트남 산업단지 개발 계획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 분야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제8차 국가전력개발계획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그린수소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LNG 가스발전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원전 재개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재생에너지 (해상풍력·태양광)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개발 프로그램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고형폐기물 관리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교통 인프라 마스터플랜 2021-2030 (비전 2050)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도시철도(메트로) 개발 계획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수자원 개발 전략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배수·침수 방지 마스터플랜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1148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31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73152"/>
            <a:ext cx="6583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하수처리 프로그램 2030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36576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7498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24128"/>
            <a:ext cx="54864" cy="146304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1042416"/>
            <a:ext cx="4059936" cy="14264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개요 정보 없음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578608"/>
            <a:ext cx="4206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" y="29077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정보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749808"/>
            <a:ext cx="43891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111556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정보 없음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knowledge_index v2.1 기반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496312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935224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374136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13048"/>
            <a:ext cx="82296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0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 Infrastructure MI Report — SA-8 Auto-Generated | 2026-04-26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Report 20260426</dc:title>
  <dc:subject>베트남 인프라 시장 동향 주간 보고서</dc:subject>
  <dc:creator>SA-8 MI Report Pipeline</dc:creator>
  <cp:lastModifiedBy>SA-8 MI Report Pipeline</cp:lastModifiedBy>
  <cp:revision>1</cp:revision>
  <dcterms:created xsi:type="dcterms:W3CDTF">2026-04-26T01:21:10Z</dcterms:created>
  <dcterms:modified xsi:type="dcterms:W3CDTF">2026-04-26T01:21:10Z</dcterms:modified>
</cp:coreProperties>
</file>