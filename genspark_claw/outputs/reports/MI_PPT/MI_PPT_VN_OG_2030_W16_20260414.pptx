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3C5FD"/>
                </a:solidFill>
              </a:rPr>
              <a:t>VIETNAM INFRASTRUCTURE INTELLIGENCE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914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D97706"/>
                </a:solidFill>
              </a:rPr>
              <a:t>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D97706"/>
                </a:solidFill>
              </a:rPr>
              <a:t>석유가스 개발 계획 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520440"/>
            <a:ext cx="6400800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W16 / 2026년 04월 14일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</a:rPr>
              <a:t>Plan ID: VN-OG-2030  ·  생성: 2026-04-14 13:19 UTC  ·  경영진 보고용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📊  핵심 KPI 대시보드  —  석유가스 개발 계획 2030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011679" cy="1463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원유 생산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800만톤/년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79" y="1188720"/>
            <a:ext cx="2011679" cy="1463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599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가스 생산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599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130억㎥/년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188720"/>
            <a:ext cx="2011679" cy="1463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LNG 터미널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5개소+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188720"/>
            <a:ext cx="2011679" cy="1463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탐사 블록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554480"/>
            <a:ext cx="1920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15+ 블록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34640"/>
            <a:ext cx="1828800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8803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관련 기사
59건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834640"/>
            <a:ext cx="6492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▶  Bach Ho 고갈 → 심해 탐사 긴급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40AF"/>
                </a:solidFill>
              </a:rPr>
              <a:t>▶  Thi Vai LNG 2단계 + Ca Mau LNG 건설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F172A"/>
                </a:solidFill>
              </a:rPr>
              <a:t>▶  GS에너지·SK이노베이션 블록 JV 기회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40AF"/>
                </a:solidFill>
              </a:rPr>
              <a:t>▶  KOGAS 운영 노하우 수출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🚧  주요 프로젝트 진행현황 추적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20040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7160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Petrovietnam kiến nghị Chính phủ cho dừng xuất khẩu dầu thô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2026-03-09  |  Tuoi Tre - Kinh doan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320040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" y="237744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Petrovietnam sớm kích hoạt giải pháp ứng phó, bảo đảm an ninh năng lượng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7860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2026-03-09  |  VietnamPlus - Kinh 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320040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" y="338328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Lo ngại trước tình trạng giá dầu thế giới tăng: Tìm kiếm các nguồn dầu thô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8444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2026-03-05  |  Tuoi Tre - Kinh doan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320040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" y="438912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0624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Lo đe dọa an ninh năng lượng, Petrovietnam muốn giao quyền nhập dầu thô, ưu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9028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2026-03-04  |  Tuoi Tre - Kinh doan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212080"/>
            <a:ext cx="320040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" y="539496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2120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Vietnam tightens inspections for petroleum trading amid global instability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59612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The Agency for Domestic Market Surveillance and Development urged provincial and municipal Departmen   📅 2026-03-03  |  SGGP News English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📰  최신 뉴스 하이라이트 (2026년)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  2023:  19건  ▐▐▐</a:t>
            </a:r>
            <a:r>
              <a:rPr sz="900">
                <a:solidFill>
                  <a:srgbClr val="6B7280"/>
                </a:solidFill>
              </a:rPr>
              <a:t>  2024:  26건  ▐▐▐▐▐</a:t>
            </a:r>
            <a:r>
              <a:rPr sz="900">
                <a:solidFill>
                  <a:srgbClr val="6B7280"/>
                </a:solidFill>
              </a:rPr>
              <a:t>  2025:   5건  ▐</a:t>
            </a:r>
            <a:r>
              <a:rPr sz="900">
                <a:solidFill>
                  <a:srgbClr val="6B7280"/>
                </a:solidFill>
              </a:rPr>
              <a:t>  2026:   9건  ▐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600200"/>
            <a:ext cx="2743200" cy="2103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Petrovietnam kiến nghị Chính phủ cho dừng xuất khẩu dầu thô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CC"/>
                </a:solidFill>
              </a:rPr>
              <a:t>📅 2026-03-09</a:t>
            </a:r>
          </a:p>
        </p:txBody>
      </p:sp>
      <p:sp>
        <p:nvSpPr>
          <p:cNvPr id="9" name="Rectangle 8"/>
          <p:cNvSpPr/>
          <p:nvPr/>
        </p:nvSpPr>
        <p:spPr>
          <a:xfrm>
            <a:off x="3172968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Petrovietnam sớm kích hoạt giải pháp ứng phó, bảo đảm an ninh năn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2026-03-09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17336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Lo ngại trước tình trạng giá dầu thế giới tăng: Tìm kiếm các nguồ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Lo đe dọa an ninh năng lượng, Petrovietnam muốn giao quyền nhập 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72968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Vietnam tightens inspections for petroleum trading amid global 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The Agency for Domestic Market Surveillance and Development urged provincial and municipal Departmen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17336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0488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Vietnamese firm successfully exports first 40,000 tons of fertili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Petrovietnam Ca Mau Fertilizer Corporation (PVCFC), a subsidiary of Vietnam National Industry – Ener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2026-02-25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🗺️  지역별 활동 현황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411480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26187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🇻🇳 전국 (52건)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10512"/>
            <a:ext cx="237392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883664"/>
            <a:ext cx="145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Hanoi (3건)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32304"/>
            <a:ext cx="7913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2505456"/>
            <a:ext cx="-1230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Ca Mau (1건)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054096"/>
            <a:ext cx="7913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3127248"/>
            <a:ext cx="-1230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Lam Dong (1건)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675888"/>
            <a:ext cx="7913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3749040"/>
            <a:ext cx="-1230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Dong Nai (1건)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7913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" y="4370832"/>
            <a:ext cx="-1230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Quang Ngai (1건)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연도별 기사 트렌드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600200"/>
            <a:ext cx="42976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2023:  19건  █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2024:  26건  ██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2025:   5건  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2026:   9건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🇰🇷  한국 기업 기회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25880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43000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2801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심해 탐사 참여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216152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GS에너지·SK이노베이션 — 심해 블록 JV 참여 (PVN 입찰)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21991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" y="2404872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221991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359151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LNG 터미널 건설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95144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삼성물산·현대건설 — Thi Vai 2단계·Ca Mau LNG 터미널 EPC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00984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3483864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300984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438144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해상 플랜트 제조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374136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현대중공업·삼성중공업 — FPSO·FSO 발주 수주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379976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" y="4562856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379976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517136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O&amp;M 서비스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453128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한국가스공사(KOGAS)·SK — LNG 터미널 운영 노하우 수출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458968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" y="5641848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5458968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7320" y="559612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플랜트 엔지니어링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53212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삼성엔지니어링·GS건설 — 정제설비 고도화 EPC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✅  결론 및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📌  이번 주 핵심 메시지 — 석유가스 개발 계획 2030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8412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Bach Ho 고갈 → 심해 탐사 긴급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Thi Vai LNG 2단계 + Ca Mau LNG 건설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GS에너지·SK이노베이션 블록 JV 기회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</a:rPr>
              <a:t>📋  다음 단계  (Next Actions)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51960"/>
            <a:ext cx="8412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1.  다음 주 수집 기사와 진행현황 비교 — 주간 트래킹 지속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2.  관련 기사 총 59건 — Excel DB 및 Word 보고서 상세 참조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3.  한국 기업 접촉: KOTRA 하노이 + 대한상의 베트남 활용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Plan ID: VN-OG-2030  |  W16  |  Vietnam Infrastructure Intelligence Hub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