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66534"/>
                </a:solidFill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66534"/>
                </a:solidFill>
              </a:rPr>
              <a:t>탄소중립 2050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VN-CARBON-2050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탄소중립 2050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GHG 감축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43.5%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탄소중립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ETS 공식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탄소시장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$500M+ (2030)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4건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COP26 공약 이행 — NDC 2022 업데이트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ETS 시범 2025 → 공식 2028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K-ETS 운영 경험 → 베트남 ETS 설계 자문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REDD+·산림 크레딧 한국 기업 확보 기회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Eco-industrial parks attract FDI with ESG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Green industrial parks attracting Lego, Pandora, Giant prioritizing clean energy and    📅 2025-10-21  |  📰 en.vietnamplus.vn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Korean businesses will invest 20 million USD as carbon credits in Thai Nguy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2024-12-04  |  📰 thanhnien.vn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Petrovietnam strengthens solutions to create carbon credits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2024-05-16  |  📰 theinvestor.vn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Establish a carbon credit system in the field of solid waste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2020-07-04  |  📰 baotainguyenmoitruong.vn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2020:   1건  </a:t>
            </a:r>
            <a:r>
              <a:rPr sz="900">
                <a:solidFill>
                  <a:srgbClr val="6B7280"/>
                </a:solidFill>
              </a:rPr>
              <a:t>  2024:   2건  </a:t>
            </a:r>
            <a:r>
              <a:rPr sz="900">
                <a:solidFill>
                  <a:srgbClr val="6B7280"/>
                </a:solidFill>
              </a:rPr>
              <a:t>  2025:   1건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Eco-industrial parks attract FDI with ESG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[EN] Green industrial parks attracting Lego, Pandora, Giant prioritizing clean energy and carbon neu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2025-10-21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Korean businesses will invest 20 million USD as carbon credits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2024-12-04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Petrovietnam strengthens solutions to create carbon credits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2024-05-16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Establish a carbon credit system in the field of solid waste mana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2020-07-04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Binh Duong (1건)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411480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Thai Nguyen (1건)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411480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(1건)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411480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Quang Ninh (1건)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2020: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 2건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1건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탄소 크레딧 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기업 → GHG 크레딧 확보 — REDD+·재생에너지 크레딧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ETS 시스템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K-ETS 운영 경험 — 베트남 ETS 설계·운영 기술자문 (KEITI)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CCUS 기술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포스코·POSCO인터내셔널 — CCS 파일럿 프로젝트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녹색채권 투자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금융기관 — 베트남 녹색채권 인수·투자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탄소경영 솔루션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ESG 컨설팅사 — 베트남 기업 탄소중립 전환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탄소중립 2050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COP26 공약 이행 — NDC 2022 업데이트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ETS 시범 2025 → 공식 2028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K-ETS 운영 경험 → 베트남 ETS 설계 자문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4건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VN-CARBON-2050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