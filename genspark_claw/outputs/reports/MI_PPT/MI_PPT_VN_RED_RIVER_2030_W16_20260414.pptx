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BE123C"/>
                </a:solidFill>
              </a:rPr>
              <a:t>🏔️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E123C"/>
                </a:solidFill>
              </a:rPr>
              <a:t>홍강 델타 지역 개발 마스터플랜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VN-RED-RIVER-2030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홍강 델타 지역 개발 마스터플랜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11개 성시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2,300만명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고속도로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1,300km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FDI 목표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$15B/년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$150B+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하노이-하이퐁-꽝닌 삼각축 경제권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삼성·LG 전자 클러스터 허브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링로드4 착공 112km/$8.5B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한국 소부장 동반 진출 최적지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산업단지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VSIP·KIA·한국형 산업단지 — LH공사·포스코인터내셔널 추가 부지 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링로드4 건설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하노이 외곽순환 112km/$8.5B — 현대건설·GS건설 컨소시엄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스마트산업단지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폐수처리·환경모니터링·에너지관리 패키지 — 한국 환경기업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반도체·전자 공급망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삼성(박닌·타이응웬) 밸류체인 — 한국 소부장 기업 동반 진출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물류 거점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하이퐁항 배후단지 — CJ대한통운·한진 복합물류센터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홍강 델타 지역 개발 마스터플랜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하노이-하이퐁-꽝닌 삼각축 경제권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삼성·LG 전자 클러스터 허브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링로드4 착공 112km/$8.5B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0건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VN-RED-RIVER-2030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