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5803D"/>
                </a:solidFill>
              </a:rPr>
              <a:t>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5803D"/>
                </a:solidFill>
              </a:rPr>
              <a:t>환경산업 개발프로그램 (Decision 1894)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MOIT 주관 — 기술 국산화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VN-ENV-IND-1894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환경산업 개발프로그램 (Decision 1894)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폐수처리 기술 국산화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70~80% (2030)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1894/QD-TTg Art.2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배기가스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60~70% (2030)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99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1894/QD-TTg Art.2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WtE 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국내 역량 구축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MOIT Circular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기사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448건 (역사DB)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Pipeline History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426건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MOIT 주관 기술산업 육성 — 인프라 건설 아님 [출처: Decision 1894/QD-TTg]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Decision 980 기술목록 등재 → 정부조달 우선 공급자 지위 [출처: Decision 980/QD-TTg]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한국 기술이전 JV: MBR막·모니터링센서·집진기 [출처: KOICA Tech Transfer 2024]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재활용 산업단지 파일럿 — 법적 근거 2027 목표 [출처: MOIT Roadmap 2024]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MOIT 직접 접촉 채널 우선 (MONRE 아님) [출처: Org Structure Analysis]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Vì sao tỉ lệ trượt kiểm định khí thải xe xăng tăng gấp đôi, xe diesel tăng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📰 cafebiz.vn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Kênh từng bị lấp ở TP HCM dang dở sau 11 năm cải tạo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2026-03-28  |  📰 vnexpress.net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Xử lý dứt điểm lò gạch thủ công gây ô nhiễm môi trường tại Đắk Lắk, Lâm Đồn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2026-03-28  |  📰 baoxaydung.vn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Tạo chuyển biến trong nhận thức và hành động bảo vệ môi trường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2026-03-25  |  📰 vietnamplus.vn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Cục Đăng kiểm nói gì về kiến nghị bỏ "đạp thốc hết ga"khi kiểm tra khí thải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2026-03-24  |  📰 vietnamplus.vn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2022:  60건  ▐▐▐▐▐▐▐▐▐▐▐▐</a:t>
            </a:r>
            <a:r>
              <a:rPr sz="900">
                <a:solidFill>
                  <a:srgbClr val="6B7280"/>
                </a:solidFill>
              </a:rPr>
              <a:t>  2023: 120건  ▐▐▐▐▐▐▐▐▐▐▐▐▐▐▐</a:t>
            </a:r>
            <a:r>
              <a:rPr sz="900">
                <a:solidFill>
                  <a:srgbClr val="6B7280"/>
                </a:solidFill>
              </a:rPr>
              <a:t>  2024: 122건  ▐▐▐▐▐▐▐▐▐▐▐▐▐▐▐</a:t>
            </a:r>
            <a:r>
              <a:rPr sz="900">
                <a:solidFill>
                  <a:srgbClr val="6B7280"/>
                </a:solidFill>
              </a:rPr>
              <a:t>  2025:   6건  ▐</a:t>
            </a:r>
            <a:r>
              <a:rPr sz="900">
                <a:solidFill>
                  <a:srgbClr val="6B7280"/>
                </a:solidFill>
              </a:rPr>
              <a:t>  2026:  10건  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Vì sao tỉ lệ trượt kiểm định khí thải xe xăng tăng gấp đôi, xe 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Kênh từng bị lấp ở TP HCM dang dở sau 11 năm cải tạo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Xử lý dứt điểm lò gạch thủ công gây ô nhiễm môi trường tại Đắk Lắ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Tạo chuyển biến trong nhận thức và hành động bảo vệ môi trường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Cục Đăng kiểm nói gì về kiến nghị bỏ "đạp thốc hết ga"khi kiểm 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Ho Chi Minh City strengthens oversight of automatic emission moni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Ho Chi Minh City has ordered stricter supervision of continuous automatic emission monitoring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(88건)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805545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27141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(60건)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2712027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26205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(58건)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2150918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20594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 Nang (46건)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98194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8905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Dong Nai (21건)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6759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3761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Binh Dinh (10건)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374072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282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Kien Giang (8건)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374072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282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Bac Ninh (8건)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2022:  60건  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120건  ████████████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122건  ████████████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6건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10건  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기술이전 파트너십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국산화 목표 달성 위한 한국 기술이전 — 세금 인센티브 + 우선 구매 보장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JV 현지 생산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설계·베트남 생산 — MBR막·모니터링센서·집진기 현지 합작법인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R&amp;D 센터 설립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호아락·하이테크파크 환경기술 R&amp;D — 기술이전 + 인력양성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재활용 산업단지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파일럿 단지 개발 참여 — LH공사 + 한국 재활용 기업 컨소시엄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MOIT 직접 접촉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Decision 980 기술목록 등재 신청 → 정부 조달 우선 공급자 지위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환경산업 개발프로그램 (Decision 1894)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MOIT 주관 기술산업 육성 — 인프라 건설 아님 [출처: Decision 1894/QD-TTg]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Decision 980 기술목록 등재 → 정부조달 우선 공급자 지위 [출처: Decision 980/QD-TTg]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한국 기술이전 JV: MBR막·모니터링센서·집진기 [출처: KOICA Tech Transfer 2024]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426건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86400"/>
            <a:ext cx="841248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📎  출처 (Sources)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280"/>
                </a:solidFill>
              </a:rPr>
              <a:t>  •  Decision 1894/QD-TTg — Environmental Industry Development Program</a:t>
            </a:r>
          </a:p>
          <a:p>
            <a:r>
              <a:rPr sz="700">
                <a:solidFill>
                  <a:srgbClr val="6B7280"/>
                </a:solidFill>
              </a:rPr>
              <a:t>  •  Decision 980/QD-TTg — Technology Priority List</a:t>
            </a:r>
          </a:p>
          <a:p>
            <a:r>
              <a:rPr sz="700">
                <a:solidFill>
                  <a:srgbClr val="6B7280"/>
                </a:solidFill>
              </a:rPr>
              <a:t>  •  MOIT Environmental Industry Roadmap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VN-ENV-IND-1894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