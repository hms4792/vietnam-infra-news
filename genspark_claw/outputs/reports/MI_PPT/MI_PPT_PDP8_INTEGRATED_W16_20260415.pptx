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97706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베트남 전력개발계획 VIII (PDP8)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에너지 통합 보고서 — Decision 768/QD-TTg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PDP8-INTEGRATED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베트남 전력개발계획 VIII (PDP8)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설비용량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183,291–236,363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768/QD-TTg (2025.04.15)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태양광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46,459–73,416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768/QD-TTg Annex II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원자력 재개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4,000–6,400 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Resolution 174/2024/QH15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 규모 (2026-30)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$136.3B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768/QD-TTg Art.3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237건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Decision 768 (2025.04.15) — 원본 대비 RE 비중 대폭 상향 [출처: Decision 768/QD-TTg]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원자력 복귀: 닌투언 1·2호기 2030-35 상업운전 목표 [출처: Resolution 174/2024/QH15]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그린수소·RE 수출: 싱가포르·말레이시아 5,000-10,000MW [출처: Decision 768 Art.4.3]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석탄 신규 불허, 2050년 완전 폐지 로드맵 [출처: Decision 768 Art.4.1]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LNG 발전 22,524MW — 한국 EPC 기회 최대 $3B+ [출처: Decision 768 Annex I-2]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[PDF] Key highlights of the new draft of national power development plan 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베트남의 제8차 국가전력개발계획(PDP8) 초안은 2045년까지 해상 풍력과 태양광 발전을 포함한 재생 에너지 용량을 대폭 확대하는 것을 목표로 합니다. 이 계획   📅 2026-04-15  |  📰 insightplus.bakermckenzie.com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Vietnam's LNG Market 2026: The Strategic Pivot in Energy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2026년은 베트남 LNG 시장의 전환점이 되는 해로, 티바이(Thi Vai) 및 선미(Son My) LNG 터미널을 중심으로 에너지 인프라가 급격히 확장되고 있   📅 2026-04-15  |  📰 htenergies.com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Oil and Gas Market Report 2026 - OG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석유 및 가스 시장 보고서는 업스트림 개발, 정제 및 LNG 인프라, 파이프라인 네트워크를 포괄적으로 다룹니다. 특히 국가 에너지 계획(PDP8)에 따른    📅 2026-04-15  |  📰 oganalysis.com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moves to cement LNG supply chain as power demand surges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국영기업 PV Gas는 국내 가스 생산 감소와 전력 수요 급증에 대응하기 위해 EVN 및 PV Power와 대규모 LNG 공급 협약을 체결했습니다. 이번    📅 2026-04-04  |  📰 theinvestor.vn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Economic Times March, 30 2026 - VnEconomy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제8차 국가전력개발계획(PDP8) 수정안을 통해 2050년 넷제로 달성을 위한 해상풍력 및 태양광 등 재생에너지 비중 확대를 본격화하고 있습니다.    📅 2026-04-01  |  📰 en.vneconomy.vn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2021:   1건  </a:t>
            </a:r>
            <a:r>
              <a:rPr sz="900">
                <a:solidFill>
                  <a:srgbClr val="6B7280"/>
                </a:solidFill>
              </a:rPr>
              <a:t>  2023:  59건  ▐▐▐▐▐▐▐▐▐▐▐</a:t>
            </a:r>
            <a:r>
              <a:rPr sz="900">
                <a:solidFill>
                  <a:srgbClr val="6B7280"/>
                </a:solidFill>
              </a:rPr>
              <a:t>  2024: 104건  ▐▐▐▐▐▐▐▐▐▐▐▐▐▐▐</a:t>
            </a:r>
            <a:r>
              <a:rPr sz="900">
                <a:solidFill>
                  <a:srgbClr val="6B7280"/>
                </a:solidFill>
              </a:rPr>
              <a:t>  2025:  26건  ▐▐▐▐▐</a:t>
            </a:r>
            <a:r>
              <a:rPr sz="900">
                <a:solidFill>
                  <a:srgbClr val="6B7280"/>
                </a:solidFill>
              </a:rPr>
              <a:t>  2026:  41건  ▐▐▐▐▐▐▐▐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[PDF] Key highlights of the new draft of national power developme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베트남의 제8차 국가전력개발계획(PDP8) 초안은 2045년까지 해상 풍력과 태양광 발전을 포함한 재생 에너지 용량을 대폭 확대하는 것을 목표로 합니다. 이 계획에는 중부 및 남부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2026-04-15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Vietnam's LNG Market 2026: The Strategic Pivot in Energy Transiti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2026년은 베트남 LNG 시장의 전환점이 되는 해로, 티바이(Thi Vai) 및 선미(Son My) LNG 터미널을 중심으로 에너지 인프라가 급격히 확장되고 있습니다. 국내 가스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2026-04-15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Oil and Gas Market Report 2026 - OG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석유 및 가스 시장 보고서는 업스트림 개발, 정제 및 LNG 인프라, 파이프라인 네트워크를 포괄적으로 다룹니다. 특히 국가 에너지 계획(PDP8)에 따른 LNG 터미널 및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2026-04-15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moves to cement LNG supply chain as power demand surges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국영기업 PV Gas는 국내 가스 생산 감소와 전력 수요 급증에 대응하기 위해 EVN 및 PV Power와 대규모 LNG 공급 협약을 체결했습니다. 이번 협약은 붕앙 터미널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2026-04-04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Economic Times March, 30 2026 - VnEconomy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정부는 제8차 국가전력개발계획(PDP8) 수정안을 통해 2050년 넷제로 달성을 위한 해상풍력 및 태양광 등 재생에너지 비중 확대를 본격화하고 있습니다. EU는 베트남의 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2026-04-01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LNG Power Project Eyes Green Pivot on Soaring Gas Prices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빈그룹(Vingroup)은 중동 분쟁으로 인한 LNG 가격 급등과 공급 불안정을 이유로 하이퐁 LNG 발전 프로젝트를 재생 가능 에너지로 전환해줄 것을 베트남 정부에 요청했습니다.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(198건)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66254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748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Hanoi (8건)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6234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-290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Gia Lai (3건)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6234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-290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Tri (3건)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6234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-290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Thai Binh (3건)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6234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-290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Nghe An (3건)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41563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-498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Long An (2건)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41563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-498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Binh Thuan (2건)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2021: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59건  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104건  ██████████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26건  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41건  ████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베트남 전력개발계획 VIII (PDP8)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768 (2025.04.15) — 원본 대비 RE 비중 대폭 상향 [출처: Decision 768/QD-TTg]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원자력 복귀: 닌투언 1·2호기 2030-35 상업운전 목표 [출처: Resolution 174/2024/QH15]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그린수소·RE 수출: 싱가포르·말레이시아 5,000-10,000MW [출처: Decision 768 Art.4.3]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237건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768/QD-TTg (2025.04.15) — Revised PDP8</a:t>
            </a:r>
          </a:p>
          <a:p>
            <a:r>
              <a:rPr sz="700">
                <a:solidFill>
                  <a:srgbClr val="6B7280"/>
                </a:solidFill>
              </a:rPr>
              <a:t>  •  Decision 500/QD-TTg (2023.05.15) — Original PDP8</a:t>
            </a:r>
          </a:p>
          <a:p>
            <a:r>
              <a:rPr sz="700">
                <a:solidFill>
                  <a:srgbClr val="6B7280"/>
                </a:solidFill>
              </a:rPr>
              <a:t>  •  Decision 1509/QD-BCT (2025.05.30) — MOIT Implementation Plan</a:t>
            </a:r>
          </a:p>
          <a:p>
            <a:r>
              <a:rPr sz="700">
                <a:solidFill>
                  <a:srgbClr val="6B7280"/>
                </a:solidFill>
              </a:rPr>
              <a:t>  •  Resolution 174/2024/QH15 — Nuclear Power Revival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PDP8-INTEGRATED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