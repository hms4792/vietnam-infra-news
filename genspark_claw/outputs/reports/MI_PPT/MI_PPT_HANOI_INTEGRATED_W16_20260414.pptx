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C2626"/>
                </a:solidFill>
              </a:rPr>
              <a:t>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하노이 도시개발 마스터플랜 2045/2065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5대 도시권 통합 보고서 — Decision 1668/QD-TTg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HANOI-INTEGRATED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하노이 도시개발 마스터플랜 2045/2065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 (2026-45)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$2.5T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인구 목표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12M명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BRG 스마트시티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$4.2B (진행중)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메트로 목표 2035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410km+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Decision 1668 (2024.12.27) — 5대 도시권 다핵다중심 구조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북부 신도시: BRG $4.2B + 코로아 1,400ha 착공 (2026.02)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서부 과학기술: 호아락 1,586ha + Tien Xuan 600ha (2026 착공)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링로드4 공사중 (2023-27, 112km, $8.5B)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한국 기업 접근 가능 시장: $30-50B 추정 (2026-2035)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하노이 도시개발 마스터플랜 2045/2065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1668 (2024.12.27) — 5대 도시권 다핵다중심 구조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북부 신도시: BRG $4.2B + 코로아 1,400ha 착공 (2026.02)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서부 과학기술: 호아락 1,586ha + Tien Xuan 600ha (2026 착공)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HANOI-INTEGRATED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