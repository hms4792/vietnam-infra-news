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C2626"/>
                </a:solidFill>
              </a:rPr>
              <a:t>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하노이 도시개발 마스터플랜 2045/2065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5대 도시권 통합 보고서 — Decision 1668/QD-TTg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HANOI-INTEGRATED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하노이 도시개발 마스터플랜 2045/2065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총 투자 (2026-45)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$2.5T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Decision 1668/QD-TTg (2024.12.27)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인구 목표 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12M명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99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Hanoi General Plan to 2045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BRG 스마트시티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$4.2B (진행중)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BRG-Sumitomo JV MoU 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메트로 목표 2035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410km+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86000"/>
            <a:ext cx="19202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FFCC"/>
                </a:solidFill>
              </a:rPr>
              <a:t>📌 Hanoi Urban Rail Master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5건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Decision 1668 (2024.12.27) — 5대 도시권 다핵다중심 구조 [출처: Decision 1668/QD-TTg]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북부 신도시: BRG $4.2B + 코로아 1,400ha 착공 (2026.02) [출처: Hanoi People's Committee]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서부 과학기술: 호아락 1,586ha + Tien Xuan 600ha (2026 착공) [출처: MOET Decision]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링로드4 공사중 (2023-27, 112km, $8.5B) [출처: MOT Progress Report Q1-2026]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기업 접근 가능 시장: $30-50B 추정 (2026-2035) [출처: KOTRA Hanoi Office 2024]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TP Hồ Chí Minh: Giao thông công cộng tăng sức hút trước biến động giá nhiên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📰 vietnamplus.vn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Hanoi metro ridership up over 32% during 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Hanoi’s two urban railway lines handled over 243,000 passenger trips over the nine da   📅 2026-02-24  |  📰 e.vnexpress.net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Hanoi waives public transport fares during Tet holiday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Hanoi Railways Company Limited will grant free single-ride tickets to passengers usin   📅 2026-02-13  |  📰 e.vnexpress.net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Cold rain and Tet rush bring Hanoi traffic to a standstill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A combination of biting cold, persistent rain, and the pre-Lunar New Year rush has ch   📅 2026-02-10  |  📰 e.vnexpress.net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Hà Nội: Kéo dài giờ cao điểm Metro để giảm tải giờ tan tầm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2026-02-09  |  📰 baoxaydung.vn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2026:   5건  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TP Hồ Chí Minh: Giao thông công cộng tăng sức hút trước biến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2026-03-24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Hanoi metro ridership up over 32% during Tet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Hanoi’s two urban railway lines handled over 243,000 passenger trips over the nine days of Tet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Hanoi waives public transport fares during Tet holiday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Hanoi Railways Company Limited will grant free single-ride tickets to passengers using the Hano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Cold rain and Tet rush bring Hanoi traffic to a standstill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A combination of biting cold, persistent rain, and the pre-Lunar New Year rush has choked Hanoi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Hà Nội: Kéo dài giờ cao điểm Metro để giảm tải giờ tan tầm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(4건)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0287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937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(1건)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5건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전략적 진입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2026년 대규모 착공 시작 — 지금이 최적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 패키지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EDCF(수출입은행) + KOICA 복합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기술이전 파트너십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한국 기술 → 현지 생산 JV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하노이 도시개발 마스터플랜 2045/2065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Decision 1668 (2024.12.27) — 5대 도시권 다핵다중심 구조 [출처: Decision 1668/QD-TTg]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북부 신도시: BRG $4.2B + 코로아 1,400ha 착공 (2026.02) [출처: Hanoi People's Committee]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서부 과학기술: 호아락 1,586ha + Tien Xuan 600ha (2026 착공) [출처: MOET Decision]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5건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5486400"/>
            <a:ext cx="8412480" cy="320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📎  출처 (Sources)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280"/>
                </a:solidFill>
              </a:rPr>
              <a:t>  •  Decision 1668/QD-TTg (2024.12.27) — Hanoi General Plan to 2045/2065</a:t>
            </a:r>
          </a:p>
          <a:p>
            <a:r>
              <a:rPr sz="700">
                <a:solidFill>
                  <a:srgbClr val="6B7280"/>
                </a:solidFill>
              </a:rPr>
              <a:t>  •  Decision 1259/QD-TTg (2011) — Hanoi Capital Construction Plan (Original)</a:t>
            </a:r>
          </a:p>
          <a:p>
            <a:r>
              <a:rPr sz="700">
                <a:solidFill>
                  <a:srgbClr val="6B7280"/>
                </a:solidFill>
              </a:rPr>
              <a:t>  •  Hanoi People's Committee Investment Reports 2024-2026</a:t>
            </a:r>
          </a:p>
          <a:p>
            <a:r>
              <a:rPr sz="700">
                <a:solidFill>
                  <a:srgbClr val="6B7280"/>
                </a:solidFill>
              </a:rPr>
              <a:t>  •  MOT Ring Road 4 Quarterly Progress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HANOI-INTEGRATED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