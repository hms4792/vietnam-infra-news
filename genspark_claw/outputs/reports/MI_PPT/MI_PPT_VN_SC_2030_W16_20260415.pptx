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3C5FD"/>
                </a:solidFill>
              </a:rPr>
              <a:t>VIETNAM INFRASTRUCTURE INTELLIGENCE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914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7C3AED"/>
                </a:solidFill>
              </a:rPr>
              <a:t>🏙️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7C3AED"/>
                </a:solidFill>
              </a:rPr>
              <a:t>스마트시티 국가전략 2030 (기술·플랫폼)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520440"/>
            <a:ext cx="6400800" cy="274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W16 / 2026년 04월 15일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</a:rPr>
              <a:t>Plan ID: VN-SC-2030  ·  생성: 2026-04-15 21:23 UTC  ·  경영진 보고용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📊  핵심 KPI 대시보드  —  스마트시티 국가전략 2030 (기술·플랫폼)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011679" cy="1737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플랫폼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63개 성시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79" y="1188720"/>
            <a:ext cx="2011679" cy="1737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599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전자정부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599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ASEAN Top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188720"/>
            <a:ext cx="2011679" cy="1737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투자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$15B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188720"/>
            <a:ext cx="2011679" cy="1737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5G 커버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전국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08960"/>
            <a:ext cx="1828800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관련 기사
17건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108960"/>
            <a:ext cx="6492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▶  기술 레이어 — 공간 레이어(Hanoi 보고서)와 구분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40AF"/>
                </a:solidFill>
              </a:rPr>
              <a:t>▶  AI 교통관제·디지털트윈·IoT 인프라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▶  SK텔레콤·KT·NIA 솔루션 수출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40AF"/>
                </a:solidFill>
              </a:rPr>
              <a:t>▶  KOICA ODA 스마트시티 패키지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🚧  주요 프로젝트 진행현황 추적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2004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7160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Cybersecurity training bolsters digital transformation and information safe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[EN] A national training programme on cybersecurity for digital transformation has been la   📅 2026-03-28  |  📰 en.nhandan.vn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32004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" y="237744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FPT and Swinburne Vietnam co-organize international conference on Intellige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7860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[EN] The International Conference on Intelligent Information Technology (ICIIT 2026) took    📅 2026-03-09  |  📰 e.vnexpress.net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32004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" y="338328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AI assistants, mini apps revolutionize HCMC administrative procedures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8444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[EN] To improve public service and governance, HCMC is embracing digital transformation by   📅 2026-02-26  |  📰 en.sggp.org.vn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06240"/>
            <a:ext cx="32004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" y="438912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0624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Vietnam launches first national blockchain infrastructure for digital econo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9028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[EN] Vietnam is deploying its National Blockchain Platform NDAChain to provide a secure an   📅 2026-02-25  |  📰 en.sggp.org.vn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212080"/>
            <a:ext cx="32004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" y="539496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2120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HCMC to study, pilot 6G technology in selected areas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59612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[EN] HCMC plans to appoint a leading expert in each field of science, technology, innovati   📅 2026-02-24  |  📰 en.sggp.org.vn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📰  최신 뉴스 하이라이트 (2026년)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  2025:   3건  </a:t>
            </a:r>
            <a:r>
              <a:rPr sz="900">
                <a:solidFill>
                  <a:srgbClr val="6B7280"/>
                </a:solidFill>
              </a:rPr>
              <a:t>  2026:  14건  ▐▐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600200"/>
            <a:ext cx="2743200" cy="2103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Cybersecurity training bolsters digital transformation and inform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[EN] A national training programme on cybersecurity for digital transformation has been launched as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CC"/>
                </a:solidFill>
              </a:rPr>
              <a:t>📅 2026-03-28</a:t>
            </a:r>
          </a:p>
        </p:txBody>
      </p:sp>
      <p:sp>
        <p:nvSpPr>
          <p:cNvPr id="9" name="Rectangle 8"/>
          <p:cNvSpPr/>
          <p:nvPr/>
        </p:nvSpPr>
        <p:spPr>
          <a:xfrm>
            <a:off x="3172968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FPT and Swinburne Vietnam co-organize international conference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[EN] The International Conference on Intelligent Information Technology (ICIIT 2026) took place in 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2026-03-09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17336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AI assistants, mini apps revolutionize HCMC administrative proced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[EN] To improve public service and governance, HCMC is embracing digital transformation by deploying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2026-02-26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Vietnam launches first national blockchain infrastructure for dig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[EN] Vietnam is deploying its National Blockchain Platform NDAChain to provide a secure and transpar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2026-02-25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72968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HCMC to study, pilot 6G technology in selected areas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[EN] HCMC plans to appoint a leading expert in each field of science, technology, innovation and dig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2026-02-24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17336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0488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HCMC accelerates digital transformation, building service-oriente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[EN] Ho Chi Minh City is entering a new era of governance, where public services and sweeping digita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2026-02-18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🗺️  지역별 활동 현황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411480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26187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🇻🇳 전국 (9건)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10512"/>
            <a:ext cx="274320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88366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Ho Chi Minh City (6건)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32304"/>
            <a:ext cx="45720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250545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Da Nang (1건)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054096"/>
            <a:ext cx="45720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31272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Quang Ninh (1건)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연도별 기사 트렌드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600200"/>
            <a:ext cx="42976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2025:   3건  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2026:  14건  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🇰🇷  한국 기업 기회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25880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43000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2801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스마트 교통 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216152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SK텔레콤·KT·현대차 — AI 교통관제·C-ITS·자율주행 인프라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21991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" y="2404872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221991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359151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전자정부 플랫폼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295144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NIA(한국정보화진흥원)·LG CNS — 스마트시티 통합플랫폼 수출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00984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" y="3483864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300984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438144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스마트 에너지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374136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한전KDN·LS Electric — 스마트미터·AMI 시스템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379976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" y="4562856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379976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517136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CCTV·안전 인프라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453128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KT·한화비전 — 도시 안전망 솔루션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458968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" y="5641848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5458968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7320" y="559612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ODA 스마트시티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53212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KOICA 스마트시티 ODA — 빈증·다낭 시범사업 한국 참여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✅  결론 및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📌  이번 주 핵심 메시지 — 스마트시티 국가전략 2030 (기술·플랫폼)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8412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기술 레이어 — 공간 레이어(Hanoi 보고서)와 구분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AI 교통관제·디지털트윈·IoT 인프라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SK텔레콤·KT·NIA 솔루션 수출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</a:rPr>
              <a:t>📋  다음 단계  (Next Actions)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51960"/>
            <a:ext cx="8412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1.  다음 주 수집 기사와 진행현황 비교 — 주간 트래킹 지속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2.  관련 기사 총 17건 — Excel DB 및 Word 보고서 상세 참조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3.  한국 기업 접촉: KOTRA 하노이 + 대한상의 베트남 활용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</a:rPr>
              <a:t>Plan ID: VN-SC-2030  |  W16  |  Vietnam Infrastructure Intelligence Hub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