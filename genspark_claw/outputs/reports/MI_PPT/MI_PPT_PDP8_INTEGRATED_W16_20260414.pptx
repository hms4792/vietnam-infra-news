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</a:rPr>
              <a:t>VIETNAM INFRASTRUCTURE INTELLIGENCE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D97706"/>
                </a:solidFill>
              </a:rPr>
              <a:t>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D97706"/>
                </a:solidFill>
              </a:rPr>
              <a:t>베트남 전력개발계획 VIII (PDP8)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</a:rPr>
              <a:t>에너지 통합 보고서 — Decision 768/QD-TTg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6400800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W16 / 2026년 04월 14일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</a:rPr>
              <a:t>Plan ID: PDP8-INTEGRATED  ·  생성: 2026-04-14 13:19 UTC  ·  경영진 보고용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📊  핵심 KPI 대시보드  —  베트남 전력개발계획 VIII (PDP8)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011679" cy="1463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총 설비용량 2030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183,291–236,363 MW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79" y="1188720"/>
            <a:ext cx="2011679" cy="1463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599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태양광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99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46,459–73,416 MW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188720"/>
            <a:ext cx="2011679" cy="1463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원자력 재개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4,000–6,400 MW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188720"/>
            <a:ext cx="2011679" cy="1463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투자 규모 (2026-30)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$136.3B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34640"/>
            <a:ext cx="1828800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803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관련 기사
0건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834640"/>
            <a:ext cx="6492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Decision 768 (2025.04.15) — 원본 대비 RE 비중 대폭 상향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40AF"/>
                </a:solidFill>
              </a:rPr>
              <a:t>▶  원자력 복귀: 닌투언 1·2호기 2030-35 상업운전 목표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그린수소·RE 수출: 싱가포르·말레이시아 5,000-10,000MW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40AF"/>
                </a:solidFill>
              </a:rPr>
              <a:t>▶  석탄 신규 불허, 2050년 완전 폐지 로드맵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LNG 발전 22,524MW — 한국 EPC 기회 최대 $3B+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🚧  주요 프로젝트 진행현황 추적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📰  최신 뉴스 하이라이트 (2026년)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🗺️  지역별 활동 현황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연도별 기사 트렌드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600200"/>
            <a:ext cx="42976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🇰🇷  한국 기업 기회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2588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43000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2801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전략적 진입 시점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16152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2026년 대규모 착공 시작 — 지금이 최적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21991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2404872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221991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1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ODA 패키지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95144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EDCF(수출입은행) + KOICA 복합 활용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00984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3483864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300984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438144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기술이전 파트너십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374136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한국 기술 → 현지 생산 JV 구조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✅  결론 및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📌  이번 주 핵심 메시지 — 베트남 전력개발계획 VIII (PDP8)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Decision 768 (2025.04.15) — 원본 대비 RE 비중 대폭 상향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원자력 복귀: 닌투언 1·2호기 2030-35 상업운전 목표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그린수소·RE 수출: 싱가포르·말레이시아 5,000-10,000MW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📋  다음 단계  (Next 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1.  다음 주 수집 기사와 진행현황 비교 — 주간 트래킹 지속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2.  관련 기사 총 0건 — Excel DB 및 Word 보고서 상세 참조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3.  한국 기업 접촉: KOTRA 하노이 + 대한상의 베트남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Plan ID: PDP8-INTEGRATED  |  W16  |  Vietnam Infrastructure Intelligence Hub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