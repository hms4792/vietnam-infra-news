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EA580C"/>
                </a:solidFill>
              </a:rPr>
              <a:t>🛣️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A580C"/>
                </a:solidFill>
              </a:rPr>
              <a:t>국가 교통인프라 마스터플랜 2055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1454/QD-TTg — $243B 투자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VN-TRAN-2055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국가 교통인프라 마스터플랜 2055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~$243B (2021-2055)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1454/QD-TTg (2021)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고속도로 2030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5,000km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1454/QD-TTg Art.2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Long Thanh 공항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$16B (1단계)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Resolution 94/2023/QH15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고속철도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기본 선로 2030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Resolution 103/2023/QH15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94건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남북 고속도로 전 구간 완공 목표 2030 [출처: Decision 1454/QD-TTg]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Long Thanh 국제공항 1단계 — 2026 준공 목표 (지연) [출처: ACV Progress Report]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Lach Huyen 심수항 2단계 $2B [출처: MOT Decision 2023]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하노이 링로드4 + 호치민 링로드3 동시 진행 [출처: MOT Q1-2026 Report]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한국 EPC + ODA 패키지 기회 $5B+ [출처: KOTRA Vietnam 2024]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Hải Phòng đề xuất miễn phí hạ tầng cảng biển đối với xăng, dầu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📰 thanhnien.vn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Hải Phòng miễn phí hạ tầng cảng biển cho doanh nghiệp kinh doanh xăng dầu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📰 vietnamnet.vn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National Highway 13 expansion project set to break decades-long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After years of stalled plans and mounting congestion, Ho Chi Minh City is moving forw   📅 2026-03-28  |  📰 en.sggp.org.vn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Lãnh đạo Hà Nội giải thích lý do xây dựng sân bay thứ 2 ở Ứng Hòa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📰 tuoitre.vn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Đề xuất xây sân bay thứ 2 vùng thủ đô ở tỉnh lân cận Hà Nội, không dời các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📰 tuoitre.vn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1900:   1건  </a:t>
            </a:r>
            <a:r>
              <a:rPr sz="900">
                <a:solidFill>
                  <a:srgbClr val="6B7280"/>
                </a:solidFill>
              </a:rPr>
              <a:t>  2024:   3건  </a:t>
            </a:r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89건  ▐▐▐▐▐▐▐▐▐▐▐▐▐▐▐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Hải Phòng đề xuất miễn phí hạ tầng cảng biển đối với xăng, dầu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Hải Phòng miễn phí hạ tầng cảng biển cho doanh nghiệp kinh doanh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National Highway 13 expansion project set to break decades-long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After years of stalled plans and mounting congestion, Ho Chi Minh City is moving forward with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Lãnh đạo Hà Nội giải thích lý do xây dựng sân bay thứ 2 ở Ứng Hòa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Đề xuất xây sân bay thứ 2 vùng thủ đô ở tỉnh lân cận Hà Nội, khôn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Metro TP.HCM vào guồng 'nước rút'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(45건)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55448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(17건)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188719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097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(13건)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64008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Nai (7건)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27432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182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Da Nang (3건)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18288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Hai Phong (2건)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9144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Gia Lai (1건)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9144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Lam Dong (1건)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1900: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 3건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89건  ████████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고속도로 EPC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남북고속도로·링로드·지방 고속도로 — 현대건설·GS건설·DL이앤씨 수주 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공항 설계·시공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Long Thanh 1단계($16B), 다낭 T3, 노이바이 T3 — 인천공항공사 기술자문 + 한국 건설사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철도 차량·시스템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고속철도·도시철도 차량 — 현대로템 + LS Electric 컨소시엄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항만 장비·물류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Lach Huyen 2단계, Lien Chieu 신항 — 한국 항만 장비(크레인) + 물류 거점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교통 ITS·스마트도로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고속도로 스마트 교통 시스템 — 한국 ITS 솔루션 (SK, KT 컨소시엄)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국가 교통인프라 마스터플랜 2055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남북 고속도로 전 구간 완공 목표 2030 [출처: Decision 1454/QD-TTg]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Long Thanh 국제공항 1단계 — 2026 준공 목표 (지연) [출처: ACV Progress Report]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Lach Huyen 심수항 2단계 $2B [출처: MOT Decision 2023]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94건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86400"/>
            <a:ext cx="841248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📎  출처 (Sources)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280"/>
                </a:solidFill>
              </a:rPr>
              <a:t>  •  Decision 1454/QD-TTg (2021) — National Transport Master Plan to 2030/2050</a:t>
            </a:r>
          </a:p>
          <a:p>
            <a:r>
              <a:rPr sz="700">
                <a:solidFill>
                  <a:srgbClr val="6B7280"/>
                </a:solidFill>
              </a:rPr>
              <a:t>  •  Resolution 94/2023/QH15 — Long Thanh International Airport</a:t>
            </a:r>
          </a:p>
          <a:p>
            <a:r>
              <a:rPr sz="700">
                <a:solidFill>
                  <a:srgbClr val="6B7280"/>
                </a:solidFill>
              </a:rPr>
              <a:t>  •  Resolution 103/2023/QH15 — North-South High Speed Rail</a:t>
            </a:r>
          </a:p>
          <a:p>
            <a:r>
              <a:rPr sz="700">
                <a:solidFill>
                  <a:srgbClr val="6B7280"/>
                </a:solidFill>
              </a:rPr>
              <a:t>  •  MOT Quarterly Progress Reports 2024-2026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VN-TRAN-2055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