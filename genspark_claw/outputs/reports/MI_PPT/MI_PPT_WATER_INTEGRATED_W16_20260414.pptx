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EA5E9"/>
                </a:solidFill>
              </a:rPr>
              <a:t>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</a:rPr>
              <a:t>베트남 수자원·상수도 통합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3개 마스터플랜 통합 추적 보고서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WATER-INTEGRATED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베트남 수자원·상수도 통합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도시 상수도 보급률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95~100% (2030)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농촌 보급률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NRW 손실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≤15~20%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$15B+ (2021-30)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3개 계획: 수자원관리(MONRE) + 도시상수도(MOC) + 농촌급수(MARD)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2020 기준 폐수처리율 15% → 2030년 70%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6,200만 농촌인구 안전한 식수 접근 보장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한국 K-water NRW 저감 기술 수출 기회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EDCF ODA 패키지 $500M+ 활용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베트남 수자원·상수도 통합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3개 계획: 수자원관리(MONRE) + 도시상수도(MOC) + 농촌급수(MARD)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2020 기준 폐수처리율 15% → 2030년 70% 목표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6,200만 농촌인구 안전한 식수 접근 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WATER-INTEGRATED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