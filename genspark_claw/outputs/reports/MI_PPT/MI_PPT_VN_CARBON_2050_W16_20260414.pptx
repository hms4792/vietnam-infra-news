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66534"/>
                </a:solidFill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6534"/>
                </a:solidFill>
              </a:rPr>
              <a:t>탄소중립 2050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VN-CARBON-2050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탄소중립 2050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GHG 감축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43.5%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탄소중립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ETS 공식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탄소시장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$500M+ (2030)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9건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COP26 공약 이행 — NDC 2022 업데이트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ETS 시범 2025 → 공식 2028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K-ETS 운영 경험 → 베트남 ETS 설계 자문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REDD+·산림 크레딧 한국 기업 확보 기회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Roadmap for Vietnam's carbon exchange | NetZero.VN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정부는 2050년 넷제로 목표 달성을 위해 국내 탄소 거래소 설립에 관한 시행령 제29/2026/ND-CP호를 공포했습니다. 이 거래소는 2028년 말까지 시범 운영을 거쳐   📅 2026-03-14  |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Decree 29/2026: Vietnam Operationalizes Its First Carbon Trading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베트남은 시행령 제29/2026/ND-CP호를 통해 최초의 탄소 배출권 거래소 운영 프레임워크를 구축하고 탄소 시장을 공식화했습니다. 2025-2026년 시범 단계에서는 전력, 철   📅 2026-03-03  |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Net-zero emissions by 2050: Vietnam's action-driven commitment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베트남은 2050년까지 넷제로(탄소중립) 달성을 위해 에너지, 교통, 농업 분야에서 강력한 실행 중심의 공약을 추진하고 있습니다. 정부는 전기차 보급 확대, 탄소 시장 구축 및 녹   📅 2026-01-15  |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2020:   1건  </a:t>
            </a:r>
            <a:r>
              <a:rPr sz="900">
                <a:solidFill>
                  <a:srgbClr val="6B7280"/>
                </a:solidFill>
              </a:rPr>
              <a:t>  2023:   1건  </a:t>
            </a:r>
            <a:r>
              <a:rPr sz="900">
                <a:solidFill>
                  <a:srgbClr val="6B7280"/>
                </a:solidFill>
              </a:rPr>
              <a:t>  2024:   2건  </a:t>
            </a:r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 3건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Roadmap for Vietnam's carbon exchange | NetZero.VN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베트남 정부는 2050년 넷제로 목표 달성을 위해 국내 탄소 거래소 설립에 관한 시행령 제29/2026/ND-CP호를 공포했습니다. 이 거래소는 2028년 말까지 시범 운영을 거쳐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Decree 29/2026: Vietnam Operationalizes Its First Carbon Trading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베트남은 시행령 제29/2026/ND-CP호를 통해 최초의 탄소 배출권 거래소 운영 프레임워크를 구축하고 탄소 시장을 공식화했습니다. 2025-2026년 시범 단계에서는 전력, 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Net-zero emissions by 2050: Vietnam's action-driven commitment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베트남은 2050년까지 넷제로(탄소중립) 달성을 위해 에너지, 교통, 농업 분야에서 강력한 실행 중심의 공약을 추진하고 있습니다. 정부는 전기차 보급 확대, 탄소 시장 구축 및 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(6건)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685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Binh Duong (1건)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685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Thai Nguyen (1건)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685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Quang Ninh (1건)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2020: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 2건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3건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탄소 크레딧 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기업 → GHG 크레딧 확보 — REDD+·재생에너지 크레딧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ETS 시스템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K-ETS 운영 경험 — 베트남 ETS 설계·운영 기술자문 (KEITI)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CCUS 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포스코·POSCO인터내셔널 — CCS 파일럿 프로젝트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녹색채권 투자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금융기관 — 베트남 녹색채권 인수·투자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탄소경영 솔루션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ESG 컨설팅사 — 베트남 기업 탄소중립 전환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탄소중립 2050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COP26 공약 이행 — NDC 2022 업데이트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ETS 시범 2025 → 공식 2028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K-ETS 운영 경험 → 베트남 ETS 설계 자문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9건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VN-CARBON-2050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