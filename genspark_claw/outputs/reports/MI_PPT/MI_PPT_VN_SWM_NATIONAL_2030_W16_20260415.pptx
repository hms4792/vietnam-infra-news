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3C5FD"/>
                </a:solidFill>
              </a:rPr>
              <a:t>VIETNAM INFRASTRUCTURE INTELLIGENCE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914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15803D"/>
                </a:solidFill>
              </a:rPr>
              <a:t>♻️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5803D"/>
                </a:solidFill>
              </a:rPr>
              <a:t>전국 고형폐기물 통합관리 전략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</a:rPr>
              <a:t>Decision 491/QD-TTg — WtE 중심 전환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20440"/>
            <a:ext cx="6400800" cy="2743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W16 / 2026년 04월 15일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</a:rPr>
              <a:t>Plan ID: VN-SWM-NATIONAL-2030  ·  생성: 2026-04-15 21:23 UTC  ·  경영진 보고용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📊  핵심 KPI 대시보드  —  전국 고형폐기물 통합관리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011679" cy="17373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도시 수거율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90% (2025)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79" y="1188720"/>
            <a:ext cx="2011679" cy="17373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599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WtE 처리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99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50% (2030)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188720"/>
            <a:ext cx="2011679" cy="17373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하노이 WtE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4,000 TPD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188720"/>
            <a:ext cx="2011679" cy="17373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호치민 WtE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2,000 TPD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08960"/>
            <a:ext cx="1828800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관련 기사
287건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108960"/>
            <a:ext cx="6492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매립 → 소각·WtE 전환이 국가 핵심 과제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40AF"/>
                </a:solidFill>
              </a:rPr>
              <a:t>▶  하노이 4,000TPD WtE 사업자 공모 진행 중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D1894 연계 — 재활용 기술 국산화 목표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40AF"/>
                </a:solidFill>
              </a:rPr>
              <a:t>▶  GCF(녹색기후기금) + EDCF 복합 금융 가능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한국 WtE: 코오롱글로벌·한국지역난방공사 컨소시엄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🚧  주요 프로젝트 진행현황 추적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20040" cy="8229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7160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Kênh từng bị lấp ở TP HCM dang dở sau 11 năm cải tạo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2026-03-28  |  📰 vnexpress.net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320040" cy="8229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" y="237744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1 killed, 38 trapped as mound of garbage collapses at Philippine landfill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[EN] An avalanche of garbage and debris at a Philippine landfill buried workers in buildin   📅 2026-01-09  |  📰 e.vnexpress.net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320040" cy="8229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" y="338328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Vietnam province approves $70M waste-to-energy plant to treat 600 tons of 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8444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[EN] Ca Mau Province in southern Vietnam has approved a $70 million waste-to-energy plant    📅 2026-01-02  |  📰 e.vnexpress.net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📰  최신 뉴스 하이라이트 (2026년)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  2022:  43건  ▐▐▐▐▐▐▐▐</a:t>
            </a:r>
            <a:r>
              <a:rPr sz="900">
                <a:solidFill>
                  <a:srgbClr val="6B7280"/>
                </a:solidFill>
              </a:rPr>
              <a:t>  2023:  74건  ▐▐▐▐▐▐▐▐▐▐▐▐▐▐</a:t>
            </a:r>
            <a:r>
              <a:rPr sz="900">
                <a:solidFill>
                  <a:srgbClr val="6B7280"/>
                </a:solidFill>
              </a:rPr>
              <a:t>  2024:  77건  ▐▐▐▐▐▐▐▐▐▐▐▐▐▐▐</a:t>
            </a:r>
            <a:r>
              <a:rPr sz="900">
                <a:solidFill>
                  <a:srgbClr val="6B7280"/>
                </a:solidFill>
              </a:rPr>
              <a:t>  2025:   6건  ▐</a:t>
            </a:r>
            <a:r>
              <a:rPr sz="900">
                <a:solidFill>
                  <a:srgbClr val="6B7280"/>
                </a:solidFill>
              </a:rPr>
              <a:t>  2026:   3건  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00200"/>
            <a:ext cx="2743200" cy="210312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Kênh từng bị lấp ở TP HCM dang dở sau 11 năm cải tạo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CC"/>
                </a:solidFill>
              </a:rPr>
              <a:t>📅 2026-03-28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2968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1 killed, 38 trapped as mound of garbage collapses at Philippine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[EN] An avalanche of garbage and debris at a Philippine landfill buried workers in buildings,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2026-01-09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7336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Vietnam province approves $70M waste-to-energy plant to treat 600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[EN] Ca Mau Province in southern Vietnam has approved a $70 million waste-to-energy plant capable 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2026-01-02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🗺️  지역별 활동 현황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2618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🇻🇳 전국 (87건)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10512"/>
            <a:ext cx="2222937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883664"/>
            <a:ext cx="213149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Ho Chi Minh City (47건)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32304"/>
            <a:ext cx="1655379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2505456"/>
            <a:ext cx="15639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Hanoi (35건)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054096"/>
            <a:ext cx="1608082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3127248"/>
            <a:ext cx="151664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Da Nang (34건)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75888"/>
            <a:ext cx="378372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3749040"/>
            <a:ext cx="2869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Quang Nam (8건)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331075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" y="4370832"/>
            <a:ext cx="2396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Dong Nai (7건)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919472"/>
            <a:ext cx="331075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4992624"/>
            <a:ext cx="2396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Thua Thien Hue (7건)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541264"/>
            <a:ext cx="283779" cy="4114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" y="5614416"/>
            <a:ext cx="1923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</a:rPr>
              <a:t>Bac Ninh (6건)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연도별 기사 트렌드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1600200"/>
            <a:ext cx="42976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2022:  43건  ████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2023:  74건  ███████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2024:  77건  ███████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2025:   6건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2026:   3건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🇰🇷  한국 기업 기회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2588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43000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2801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WtE 소각발전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216152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하노이 4,000TPD, 호치민 2,000TPD — 코오롱글로벌·한국지역난방공사 컨소시엄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21991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2404872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221991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359151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재활용 기술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95144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분리수거·자동분류 설비 — 한국 재활용 기술 수출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00984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3483864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300984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438144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의료폐기물 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374136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병원 의료폐기물 소각 시스템 — 한국 의료폐기물 전문기업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79976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" y="4562856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379976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517136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스마트 수거 시스템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453128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IoT 기반 폐기물 수거 경로 최적화 — 한국 스마트시티 솔루션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458968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" y="5641848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5458968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559612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ODA·환경펀드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53212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GCF(녹색기후기금) + EDCF — 한국 환경기업 참여 연계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✅  결론 및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📌  이번 주 핵심 메시지 — 전국 고형폐기물 통합관리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매립 → 소각·WtE 전환이 국가 핵심 과제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하노이 4,000TPD WtE 사업자 공모 진행 중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D1894 연계 — 재활용 기술 국산화 목표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📋  다음 단계  (Next 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1.  다음 주 수집 기사와 진행현황 비교 — 주간 트래킹 지속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2.  관련 기사 총 287건 — Excel DB 및 Word 보고서 상세 참조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3.  한국 기업 접촉: KOTRA 하노이 + 대한상의 베트남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Plan ID: VN-SWM-NATIONAL-2030  |  W16  |  Vietnam Infrastructure Intelligence Hub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