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EA580C"/>
                </a:solidFill>
              </a:rPr>
              <a:t>🛣️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A580C"/>
                </a:solidFill>
              </a:rPr>
              <a:t>국가 교통인프라 마스터플랜 2055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>Decision 1454/QD-TTg — $243B 투자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14일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VN-TRAN-2055  ·  생성: 2026-04-14 13:19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국가 교통인프라 마스터플랜 2055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4630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총 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~$243B (2021-2055)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188720"/>
            <a:ext cx="2011679" cy="14630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고속도로 2030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5,000km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2011679" cy="14630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Long Thanh 공항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$16B (1단계)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188720"/>
            <a:ext cx="2011679" cy="14630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고속철도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기본 선로 2030 목표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3464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108건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834640"/>
            <a:ext cx="6492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남북 고속도로 전 구간 완공 목표 2030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Long Thanh 국제공항 1단계 — 2026 준공 목표 (지연)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Lach Huyen 심수항 2단계 $2B — 아시아 3대 항만 목표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하노이 링로드4 + 호치민 링로드3 동시 진행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한국 EPC + ODA 패키지 기회 $5B+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200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7160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Vietnam's highest vertical cable-stayed bridge accelerates to wait for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베트남에서 가장 높은 55m의 항행 통과 높이를 자랑하는 푸억카잉(Phuoc Khanh) 교량이 현재 공정률 96%에 도달하며 2026년 5월 완공을 목표로 박차를 가하고 있습니다   📅 2026-04-04  |  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200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Vietnam's Long Thanh Airport to Launch by 2026 with $16B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베트남 정부는 약 160억 달러가 투입되는 롱탄 국제공항의 핵심 계약을 30일 이내에 완료하라는 지침을 내렸으며, 2026년 말 상업 운항 시작을 목표로 하고 있습니다. 이 프로젝   📅 2026-04-03  |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3200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338328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Hải Phòng đề xuất miễn phí hạ tầng cảng biển đối với xăng, dầu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2026-03-29  |  Thanh Nien - Kinh 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3200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438912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Hải Phòng miễn phí hạ tầng cảng biển cho doanh nghiệp kinh doanh xăng dầu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2026-03-29  |  VietnamNet - Kinh 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12080"/>
            <a:ext cx="3200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" y="539496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120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National Highway 13 expansion project set to break decades-long bottleneck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9612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After years of stalled plans and mounting congestion, Ho Chi Minh City is moving forward with the lo   📅 2026-03-28  |  SGGP News English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  1900:   3건  </a:t>
            </a:r>
            <a:r>
              <a:rPr sz="900">
                <a:solidFill>
                  <a:srgbClr val="6B7280"/>
                </a:solidFill>
              </a:rPr>
              <a:t>  2024:   3건  </a:t>
            </a:r>
            <a:r>
              <a:rPr sz="900">
                <a:solidFill>
                  <a:srgbClr val="6B7280"/>
                </a:solidFill>
              </a:rPr>
              <a:t>  2025:   5건  ▐</a:t>
            </a:r>
            <a:r>
              <a:rPr sz="900">
                <a:solidFill>
                  <a:srgbClr val="6B7280"/>
                </a:solidFill>
              </a:rPr>
              <a:t>  2026:  97건  ▐▐▐▐▐▐▐▐▐▐▐▐▐▐▐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2743200" cy="2103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Vietnam's highest vertical cable-stayed bridge accelerates to wai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베트남에서 가장 높은 55m의 항행 통과 높이를 자랑하는 푸억카잉(Phuoc Khanh) 교량이 현재 공정률 96%에 도달하며 2026년 5월 완공을 목표로 박차를 가하고 있습니다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CC"/>
                </a:solidFill>
              </a:rPr>
              <a:t>📅 2026-04-04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Vietnam's Long Thanh Airport to Launch by 2026 with $16B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베트남 정부는 약 160억 달러가 투입되는 롱탄 국제공항의 핵심 계약을 30일 이내에 완료하라는 지침을 내렸으며, 2026년 말 상업 운항 시작을 목표로 하고 있습니다. 이 프로젝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2026-04-03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Hải Phòng đề xuất miễn phí hạ tầng cảng biển đối với xăng, dầu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Hải Phòng miễn phí hạ tầng cảng biển cho doanh nghiệp kinh doanh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72968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National Highway 13 expansion project set to break decades-long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After years of stalled plans and mounting congestion, Ho Chi Minh City is moving forward with the 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7336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Lãnh đạo Hà Nội giải thích lý do xây dựng sân bay thứ 2 ở Ứng Hòa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Ho Chi Minh City (46건)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2415208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83664"/>
            <a:ext cx="2323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🇻🇳 전국 (27건)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1252330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05456"/>
            <a:ext cx="11608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Hanoi (14건)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54096"/>
            <a:ext cx="626165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127248"/>
            <a:ext cx="5347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Dong Nai (7건)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75888"/>
            <a:ext cx="268356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3749040"/>
            <a:ext cx="1769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Hai Phong (3건)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268356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4370832"/>
            <a:ext cx="1769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Da Nang (3건)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178904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4992624"/>
            <a:ext cx="87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Can Tho (2건)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541264"/>
            <a:ext cx="89452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5614416"/>
            <a:ext cx="-19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Gia Lai (1건)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1900:   3건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2024:   3건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2025:   5건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2026:  97건  █████████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고속도로 EPC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남북고속도로·링로드·지방 고속도로 — 현대건설·GS건설·DL이앤씨 수주 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공항 설계·시공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Long Thanh 1단계($16B), 다낭 T3, 노이바이 T3 — 인천공항공사 기술자문 + 한국 건설사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철도 차량·시스템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고속철도·도시철도 차량 — 현대로템 + LS Electric 컨소시엄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79976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4562856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79976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5171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항만 장비·물류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5312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Lach Huyen 2단계, Lien Chieu 신항 — 한국 항만 장비(크레인) + 물류 거점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58968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564184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458968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교통 ITS·스마트도로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321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고속도로 스마트 교통 시스템 — 한국 ITS 솔루션 (SK, KT 컨소시엄)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국가 교통인프라 마스터플랜 2055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남북 고속도로 전 구간 완공 목표 2030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Long Thanh 국제공항 1단계 — 2026 준공 목표 (지연)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Lach Huyen 심수항 2단계 $2B — 아시아 3대 항만 목표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108건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VN-TRAN-2055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