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0EA5E9"/>
                </a:solidFill>
              </a:rPr>
              <a:t>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EA5E9"/>
                </a:solidFill>
              </a:rPr>
              <a:t>국가 폐수처리 마스터플랜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Decision 1393/QD-TTg — 처리율 70% 목표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14일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VN-WW-2030  ·  생성: 2026-04-14 13:19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국가 폐수처리 마스터플랜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처리율 현재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~15% (2020)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처리율 목표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20~30%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처리율 목표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목표 처리용량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300-400만 ㎥/일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221건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하노이 7개 처리장 통합 120만㎥/일 — Yen So 2단계 착공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호치민 9개 처리장 210만㎥/일 — Thu Duc 3단계 완공임박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MBR 막기술 국산화 목표 70-80% (D1894 연계)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ODA 비중 40% — EDCF·ADB·JICA 복합 패키지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한국 환경건설사 EPC 기회 $2B+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Hà Nội gấp rút triển khai 10 công trình thoát nước-chống ngập trước mùa mưa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2026-03-24  |  VietnamPlus - Moi tr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Wastewater Treatment Market Growth Opportunities at Vietnam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 수도협회(VWSA)가 주최하는 '베트남 워터 위크 2026'이 2026년 9월 16일부터 18일까지 하노이에서 개최됩니다. 급격한 도시화와 수질 오염으로 인해 폐수 처리 및   📅 2026-03-17  |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Ho Chi Minh City strengthens oversight of automatic emission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Ho Chi Minh City has ordered stricter supervision of continuous automatic emission monitoring system   📅 2026-03-05  |  SGGP News English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The Kingdom of the Netherlands in Vietnam's Post - LinkedIn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 정부는 네덜란드 정부의 지원을 받아 빈롱시에서 도시 개발 및 기후 변화 대응 프로젝트를 추진하며 하수 처리 시설 건설 입찰을 공고했습니다. 이 사업은 스마트 시티 인프라 구   📅 2026-02-02  | 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Cooperation-Investment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Waste Water project in Vietnam. Cooperation-Investment   📅 2026-01-23  |  english.baoquangninh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2022:  14건  ▐▐</a:t>
            </a:r>
            <a:r>
              <a:rPr sz="900">
                <a:solidFill>
                  <a:srgbClr val="6B7280"/>
                </a:solidFill>
              </a:rPr>
              <a:t>  2023:  39건  ▐▐▐▐▐▐▐</a:t>
            </a:r>
            <a:r>
              <a:rPr sz="900">
                <a:solidFill>
                  <a:srgbClr val="6B7280"/>
                </a:solidFill>
              </a:rPr>
              <a:t>  2024:  58건  ▐▐▐▐▐▐▐▐▐▐▐</a:t>
            </a:r>
            <a:r>
              <a:rPr sz="900">
                <a:solidFill>
                  <a:srgbClr val="6B7280"/>
                </a:solidFill>
              </a:rPr>
              <a:t>  2025:   8건  ▐</a:t>
            </a:r>
            <a:r>
              <a:rPr sz="900">
                <a:solidFill>
                  <a:srgbClr val="6B7280"/>
                </a:solidFill>
              </a:rPr>
              <a:t>  2026:  63건  ▐▐▐▐▐▐▐▐▐▐▐▐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Hà Nội gấp rút triển khai 10 công trình thoát nước-chống ngập trư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Wastewater Treatment Market Growth Opportunities at Vietnam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 수도협회(VWSA)가 주최하는 '베트남 워터 위크 2026'이 2026년 9월 16일부터 18일까지 하노이에서 개최됩니다. 급격한 도시화와 수질 오염으로 인해 폐수 처리 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Ho Chi Minh City strengthens oversight of automatic emission moni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Ho Chi Minh City has ordered stricter supervision of continuous automatic emission monitoring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The Kingdom of the Netherlands in Vietnam's Post - LinkedIn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 정부는 네덜란드 정부의 지원을 받아 빈롱시에서 도시 개발 및 기후 변화 대응 프로젝트를 추진하며 하수 처리 시설 건설 입찰을 공고했습니다. 이 사업은 스마트 시티 인프라 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Cooperation-Investment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Waste Water project in Vietnam. Cooperation-Investment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2026-01-23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INVESTMENT ATTRACTION POLICIES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Waste Water project in Vietnam. INVESTMENT ATTRACTION POLICIES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2026-01-23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(71건)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1854557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176311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(32건)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1622738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15312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Hanoi (28건)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753414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6619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Da Nang (13건)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579549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48810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Dong Nai (10건)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347729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2562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Bac Ninh (6건)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347729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992624"/>
            <a:ext cx="2562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Ba Ria Vung Tau (6건)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41264"/>
            <a:ext cx="289774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5614416"/>
            <a:ext cx="19833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Tay Ninh (5건)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2022:  14건  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2023:  39건  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 58건  █████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8건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63건  ██████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WWTP EPC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하노이 Yen So·Bac Thang Long, 호치민 Nhieu Loc — 한국 환경건설사 EPC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막분리(MBR) 기술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코오롱인더스트리·도레이·휴비스 MBR 모듈 — 기술이전 + 현지 생산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슬러지 처리·에너지화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슬러지 소화조·바이오가스 — 한국 기술 + 탄소크레딧 연계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스마트 모니터링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폐수처리장 원격모니터링·AI 운영 — 한국 환경IT 기업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ODA 패키지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EDCF + KOICA — 하노이·하이퐁 폐수처리 ODA 패키지 활용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국가 폐수처리 마스터플랜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하노이 7개 처리장 통합 120만㎥/일 — Yen So 2단계 착공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호치민 9개 처리장 210만㎥/일 — Thu Duc 3단계 완공임박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MBR 막기술 국산화 목표 70-80% (D1894 연계)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221건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VN-WW-2030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