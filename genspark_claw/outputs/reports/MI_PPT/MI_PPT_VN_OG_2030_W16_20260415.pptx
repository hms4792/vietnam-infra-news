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D97706"/>
                </a:solidFill>
              </a:rPr>
              <a:t>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97706"/>
                </a:solidFill>
              </a:rPr>
              <a:t>석유가스 개발 계획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15일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VN-OG-2030  ·  생성: 2026-04-15 21:23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석유가스 개발 계획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737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원유 생산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800만톤/년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737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가스 생산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130억㎥/년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737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LNG 터미널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5개소+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737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탐사 블록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15+ 블록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58건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108960"/>
            <a:ext cx="6492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Bach Ho 고갈 → 심해 탐사 긴급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Thi Vai LNG 2단계 + Ca Mau LNG 건설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GS에너지·SK이노베이션 블록 JV 기회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KOGAS 운영 노하우 수출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Petrovietnam kiến nghị Chính phủ cho dừng xuất khẩu dầu thô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2026-03-09  |  📰 tuoitre.vn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Petrovietnam sớm kích hoạt giải pháp ứng phó, bảo đảm an ninh năng lượng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2026-03-09  |  📰 vietnamplus.vn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Lo ngại trước tình trạng giá dầu thế giới tăng: Tìm kiếm các nguồn dầu thô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2026-03-05  |  📰 tuoitre.vn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438912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Lo đe dọa an ninh năng lượng, Petrovietnam muốn giao quyền nhập dầu thô, ưu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2026-03-04  |  📰 tuoitre.vn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12080"/>
            <a:ext cx="32004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" y="539496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120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Vietnam tightens inspections for petroleum trading amid global instability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9612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The Agency for Domestic Market Surveillance and Development urged provincial and muni   📅 2026-03-03  |  📰 en.sggp.org.vn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2023:  19건  ▐▐▐</a:t>
            </a:r>
            <a:r>
              <a:rPr sz="900">
                <a:solidFill>
                  <a:srgbClr val="6B7280"/>
                </a:solidFill>
              </a:rPr>
              <a:t>  2024:  26건  ▐▐▐▐▐</a:t>
            </a:r>
            <a:r>
              <a:rPr sz="900">
                <a:solidFill>
                  <a:srgbClr val="6B7280"/>
                </a:solidFill>
              </a:rPr>
              <a:t>  2025:   4건  </a:t>
            </a:r>
            <a:r>
              <a:rPr sz="900">
                <a:solidFill>
                  <a:srgbClr val="6B7280"/>
                </a:solidFill>
              </a:rPr>
              <a:t>  2026:   9건  ▐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Petrovietnam kiến nghị Chính phủ cho dừng xuất khẩu dầu thô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2026-03-09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Petrovietnam sớm kích hoạt giải pháp ứng phó, bảo đảm an ninh năn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Lo ngại trước tình trạng giá dầu thế giới tăng: Tìm kiếm các nguồ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Lo đe dọa an ninh năng lượng, Petrovietnam muốn giao quyền nhập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68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Vietnam tightens inspections for petroleum trading amid global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The Agency for Domestic Market Surveillance and Development urged provincial and municipal Depa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7336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Vietnamese firm successfully exports first 40,000 tons of fertili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Petrovietnam Ca Mau Fertilizer Corporation (PVCFC), a subsidiary of Vietnam National Industry 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2026-02-25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(51건)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242047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1506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Hanoi (3건)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80682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-107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Ca Mau (1건)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54096"/>
            <a:ext cx="80682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127248"/>
            <a:ext cx="-107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Lam Dong (1건)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75888"/>
            <a:ext cx="80682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3749040"/>
            <a:ext cx="-107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Dong Nai (1건)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80682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4370832"/>
            <a:ext cx="-107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Quang Ngai (1건)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2023:  19건  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2024:  26건  ██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 4건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 9건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심해 탐사 참여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GS에너지·SK이노베이션 — 심해 블록 JV 참여 (PVN 입찰)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LNG 터미널 건설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삼성물산·현대건설 — Thi Vai 2단계·Ca Mau LNG 터미널 EPC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해상 플랜트 제조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현대중공업·삼성중공업 — FPSO·FSO 발주 수주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O&amp;M 서비스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한국가스공사(KOGAS)·SK — LNG 터미널 운영 노하우 수출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플랜트 엔지니어링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삼성엔지니어링·GS건설 — 정제설비 고도화 EPC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석유가스 개발 계획 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Bach Ho 고갈 → 심해 탐사 긴급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Thi Vai LNG 2단계 + Ca Mau LNG 건설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GS에너지·SK이노베이션 블록 JV 기회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58건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VN-OG-2030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