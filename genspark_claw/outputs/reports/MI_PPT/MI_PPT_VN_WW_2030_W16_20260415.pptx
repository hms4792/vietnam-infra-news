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0EA5E9"/>
                </a:solidFill>
              </a:rPr>
              <a:t>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EA5E9"/>
                </a:solidFill>
              </a:rPr>
              <a:t>국가 폐수처리 마스터플랜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Decision 1393/QD-TTg — 처리율 70% 목표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VN-WW-2030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국가 폐수처리 마스터플랜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처리율 현재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~15% (2020)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World Bank Vietnam Water 2021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처리율 목표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20~30%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99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1393/QD-TTg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처리율 목표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1393/QD-TTg Art.3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목표 처리용량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300-400만 ㎥/일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MOC Assessment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210건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하노이 7개 처리장 통합 120만㎥/일 — Yen So 2단계 착공 [출처: Hanoi DPI]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호치민 9개 처리장 210만㎥/일 — Thu Duc 3단계 완공임박 [출처: HCMC DONRE]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MBR 막기술 국산화 목표 70-80% (D1894 연계) [출처: Decision 1894/QD-TTg]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ODA 비중 40% — EDCF·ADB·JICA 복합 패키지 [출처: MOF ODA Pipeline 2024]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한국 환경건설사 EPC 기회 $2B+ [출처: KOTRA HCM Office]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Hà Nội gấp rút triển khai 10 công trình thoát nước-chống ngập trước mùa mưa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2026-03-24  |  📰 vietnamplus.vn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Ho Chi Minh City strengthens oversight of automatic emission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Ho Chi Minh City has ordered stricter supervision of continuous automatic emission mo   📅 2026-03-05  |  📰 en.sggp.org.vn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Cooperation-Investment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Waste Water project in Vietnam. Cooperation-Investment   📅 2026-01-23  |  📰 english.baoquangninh.vn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INVESTMENT ATTRACTION POLICIES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Waste Water project in Vietnam. INVESTMENT ATTRACTION POLICIES   📅 2026-01-23  |  📰 en.thainguyen.gov.vn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Foreign direct investment and CFIUS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Waste Water project in Vietnam. Foreign direct investment and CFIUS   📅 2026-01-23  |  📰 aoshearman.com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2022:  14건  ▐▐</a:t>
            </a:r>
            <a:r>
              <a:rPr sz="900">
                <a:solidFill>
                  <a:srgbClr val="6B7280"/>
                </a:solidFill>
              </a:rPr>
              <a:t>  2023:  39건  ▐▐▐▐▐▐▐</a:t>
            </a:r>
            <a:r>
              <a:rPr sz="900">
                <a:solidFill>
                  <a:srgbClr val="6B7280"/>
                </a:solidFill>
              </a:rPr>
              <a:t>  2024:  57건  ▐▐▐▐▐▐▐▐▐▐▐</a:t>
            </a:r>
            <a:r>
              <a:rPr sz="900">
                <a:solidFill>
                  <a:srgbClr val="6B7280"/>
                </a:solidFill>
              </a:rPr>
              <a:t>  2025:   5건  ▐</a:t>
            </a:r>
            <a:r>
              <a:rPr sz="900">
                <a:solidFill>
                  <a:srgbClr val="6B7280"/>
                </a:solidFill>
              </a:rPr>
              <a:t>  2026:  61건  ▐▐▐▐▐▐▐▐▐▐▐▐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Hà Nội gấp rút triển khai 10 công trình thoát nước-chống ngập trư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Ho Chi Minh City strengthens oversight of automatic emission moni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Ho Chi Minh City has ordered stricter supervision of continuous automatic emission monitoring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Cooperation-Investment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Waste Water project in Vietnam. Cooperation-Investment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INVESTMENT ATTRACTION POLICIES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Waste Water project in Vietnam. INVESTMENT ATTRACTION POLICIES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Foreign direct investment and CFIUS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Waste Water project in Vietnam. Foreign direct investment and CFIUS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Nguồn cung LNG toàn cầu dự kiến sẽ tăng mạnh trong năm nay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(63건)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024742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19333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(31건)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1698171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16067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(26건)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849085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75764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 Nang (13건)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653142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56170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Dong Nai (10건)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391885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30044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Bac Ninh (6건)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391885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30044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Ba Ria Vung Tau (6건)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326571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2351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Tay Ninh (5건)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2022:  14건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39건  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57건  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5건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61건  ██████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WWTP EPC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하노이 Yen So·Bac Thang Long, 호치민 Nhieu Loc — 한국 환경건설사 EPC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막분리(MBR) 기술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코오롱인더스트리·도레이·휴비스 MBR 모듈 — 기술이전 + 현지 생산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슬러지 처리·에너지화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슬러지 소화조·바이오가스 — 한국 기술 + 탄소크레딧 연계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 모니터링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폐수처리장 원격모니터링·AI 운영 — 한국 환경IT 기업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 패키지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EDCF + KOICA — 하노이·하이퐁 폐수처리 ODA 패키지 활용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국가 폐수처리 마스터플랜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하노이 7개 처리장 통합 120만㎥/일 — Yen So 2단계 착공 [출처: Hanoi DPI]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호치민 9개 처리장 210만㎥/일 — Thu Duc 3단계 완공임박 [출처: HCMC DONRE]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MBR 막기술 국산화 목표 70-80% (D1894 연계) [출처: Decision 1894/QD-TTg]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210건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86400"/>
            <a:ext cx="8412480" cy="320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📎  출처 (Sources)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280"/>
                </a:solidFill>
              </a:rPr>
              <a:t>  •  Decision 1393/QD-TTg — National Wastewater Treatment Master Plan</a:t>
            </a:r>
          </a:p>
          <a:p>
            <a:r>
              <a:rPr sz="700">
                <a:solidFill>
                  <a:srgbClr val="6B7280"/>
                </a:solidFill>
              </a:rPr>
              <a:t>  •  World Bank Vietnam Water Supply &amp; Sanitation Assessment 2021</a:t>
            </a:r>
          </a:p>
          <a:p>
            <a:r>
              <a:rPr sz="700">
                <a:solidFill>
                  <a:srgbClr val="6B7280"/>
                </a:solidFill>
              </a:rPr>
              <a:t>  •  MOC Urban Infrastructure Development Report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VN-WW-2030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