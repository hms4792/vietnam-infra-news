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7C3AED"/>
                </a:solidFill>
              </a:rPr>
              <a:t>🏙️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C3AED"/>
                </a:solidFill>
              </a:rPr>
              <a:t>스마트시티 국가전략 2030 (기술·플랫폼)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VN-SC-2030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스마트시티 국가전략 2030 (기술·플랫폼)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플랫폼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63개 성시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전자정부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ASEAN Top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투자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$15B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5G 커버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전국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42건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기술 레이어 — 공간 레이어(Hanoi 보고서)와 구분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AI 교통관제·디지털트윈·IoT 인프라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SK텔레콤·KT·NIA 솔루션 수출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KOICA ODA 스마트시티 패키지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Vingroup Extends Emergency Support Program for Electric Vehicle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빈그룹(Vingroup)은 베트남의 스마트 시티 및 전기차 전환 계획인 'VN-EV-2030'을 지원하기 위해 긴급 지원 프로그램을 연장했습니다. 이 이니셔티브는 지속 가능한 도시   📅 2026-04-05  |  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Cybersecurity training bolsters digital transformation and information 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A national training programme on cybersecurity for digital transformation has been launched as part    📅 2026-03-28  |  Nhan Dan English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Ho Chi Minh City targets global Top 50 smart cities by 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호치민시는 2030년까지 세계 50대 스마트 시티 진입을 목표로 하는 스마트 도시 개발 계획을 발표했습니다. 이 계획은 인공지능(AI)과 디지털 트윈 기술을 활용한 데이터 기반 거   📅 2026-03-27  |  Nhan Dan English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FPT and Swinburne Vietnam co-organize international conference on Intellige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The International Conference on Intelligent Information Technology (ICIIT 2026) took place in Da Nan   📅 2026-03-09  |  VnExpress English -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Transport infrastructure in process of synchronisation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 정부는 스마트 시티 개발과 환경 친화적인 생활 환경 조성을 위해 핵심 고속도로, 항만, 공항 인프라 확충에 박차를 가하고 있습니다. 2035년 완공을 목표로 하는 673억    📅 2026-03-08  |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1900:   8건  ▐</a:t>
            </a:r>
            <a:r>
              <a:rPr sz="900">
                <a:solidFill>
                  <a:srgbClr val="6B7280"/>
                </a:solidFill>
              </a:rPr>
              <a:t>  2025:   6건  ▐</a:t>
            </a:r>
            <a:r>
              <a:rPr sz="900">
                <a:solidFill>
                  <a:srgbClr val="6B7280"/>
                </a:solidFill>
              </a:rPr>
              <a:t>  2026:  28건  ▐▐▐▐▐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Vingroup Extends Emergency Support Program for Electric Vehicle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빈그룹(Vingroup)은 베트남의 스마트 시티 및 전기차 전환 계획인 'VN-EV-2030'을 지원하기 위해 긴급 지원 프로그램을 연장했습니다. 이 이니셔티브는 지속 가능한 도시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2026-04-05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Cybersecurity training bolsters digital transformation and inform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 national training programme on cybersecurity for digital transformation has been launched as part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Ho Chi Minh City targets global Top 50 smart cities by 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호치민시는 2030년까지 세계 50대 스마트 시티 진입을 목표로 하는 스마트 도시 개발 계획을 발표했습니다. 이 계획은 인공지능(AI)과 디지털 트윈 기술을 활용한 데이터 기반 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FPT and Swinburne Vietnam co-organize international conference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The International Conference on Intelligent Information Technology (ICIIT 2026) took place in Da Nan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Transport infrastructure in process of synchronisation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 정부는 스마트 시티 개발과 환경 친화적인 생활 환경 조성을 위해 핵심 고속도로, 항만, 공항 인프라 확충에 박차를 가하고 있습니다. 2035년 완공을 목표로 하는 673억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Tapping into Vietnam's High-Value Growth Ambition in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베트남은 2026년을 기점으로 고부가가치 산업 육성을 위한 디지털 인프라와 교통망 확충에 집중하고 있습니다. 특히 남북 고속철도 건설과 5G·6G 네트워크 구축, 국가 데이터 센터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(21건)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3526971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34355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(18건)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19594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1045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Da Nang (1건)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19594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1045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Can Tho (1건)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19594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1045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Quang Ninh (1건)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1900:   8건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6건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28건  ██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 교통 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SK텔레콤·KT·현대차 — AI 교통관제·C-ITS·자율주행 인프라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전자정부 플랫폼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NIA(한국정보화진흥원)·LG CNS — 스마트시티 통합플랫폼 수출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 에너지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한전KDN·LS Electric — 스마트미터·AMI 시스템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CCTV·안전 인프라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KT·한화비전 — 도시 안전망 솔루션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 스마트시티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KOICA 스마트시티 ODA — 빈증·다낭 시범사업 한국 참여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스마트시티 국가전략 2030 (기술·플랫폼)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기술 레이어 — 공간 레이어(Hanoi 보고서)와 구분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AI 교통관제·디지털트윈·IoT 인프라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SK텔레콤·KT·NIA 솔루션 수출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42건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VN-SC-2030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