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DC2626"/>
                </a:solidFill>
              </a:rPr>
              <a:t>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C2626"/>
                </a:solidFill>
              </a:rPr>
              <a:t>도시철도·메트로 개발계획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14일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VN-URB-METRO-2030  ·  생성: 2026-04-14 13:19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도시철도·메트로 개발계획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463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하노이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616km/15개 노선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463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호치민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220km/8개 노선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463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현재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25km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463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투자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$60B+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28건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834640"/>
            <a:ext cx="6492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하노이 Line 2A·3 운영, Line 1·5·6 건설 예정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호치민 Line 1 완공 임박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현대로템 차량 공급 기회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EDCF Line 5 ODA 협의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역사 상업화 → 한국 리테일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How Ho Chi Minh City's $20B metro network is planned until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Apart from the Ben Thanh - Suoi Tien, Ho Chi Minh City aims to build five additional metro lines by    📅 2026-03-28  |  VnExpress English - 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HCMC accelerates Ben Thanh – Can Gio metro line, Can Gio Bridge projects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On March 26, a working delegation of the Standing Committee of the Ho Chi Minh City Party Committee    📅 2026-03-28  |  SGGP News English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Gỡ vướng thủ tục, mặt bằng cho tuyến Metro Suối Tiên-Sân bay Long Thành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2026-03-25  |  VietnamPlus - Giao 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TP Hồ Chí Minh: Giao thông công cộng tăng sức hút trước biến động giá nhiên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2026-03-24  |  VietnamPlus - Giao 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3200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539496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Ho Chi Minh City's metro vision: Big plans, slow progress Ho Chi 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961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Ho Chi Minh City's metro vision: Big plans, slow progress Ho Chi ...   📅 2026-03-17  |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1900:   3건  </a:t>
            </a:r>
            <a:r>
              <a:rPr sz="900">
                <a:solidFill>
                  <a:srgbClr val="6B7280"/>
                </a:solidFill>
              </a:rPr>
              <a:t>  2025:   4건  </a:t>
            </a:r>
            <a:r>
              <a:rPr sz="900">
                <a:solidFill>
                  <a:srgbClr val="6B7280"/>
                </a:solidFill>
              </a:rPr>
              <a:t>  2026:  21건  ▐▐▐▐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How Ho Chi Minh City's $20B metro network is planned until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Apart from the Ben Thanh - Suoi Tien, Ho Chi Minh City aims to build five additional metro lines by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2026-03-28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HCMC accelerates Ben Thanh – Can Gio metro line, Can Gio Bridge 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On March 26, a working delegation of the Standing Committee of the Ho Chi Minh City Party Committee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Gỡ vướng thủ tục, mặt bằng cho tuyến Metro Suối Tiên-Sân bay Long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TP Hồ Chí Minh: Giao thông công cộng tăng sức hút trước biến động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Ho Chi Minh City's metro vision: Big plans, slow progress Ho Chi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Ho Chi Minh City's metro vision: Big plans, slow progress Ho Chi 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2026-03-17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7336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Tapping into Vietnam's High-Value Growth Ambition in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베트남은 2026년을 기점으로 고부가가치 산업 육성을 위한 디지털 인프라와 교통망 확충에 집중하고 있습니다. 특히 남북 고속철도 건설과 5G·6G 네트워크 구축, 국가 데이터 센터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Ho Chi Minh City (19건)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129941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120797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(6건)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649705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55826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Hanoi (3건)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1900:   3건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4건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21건  ██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차량 제작·납품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현대로템 — 하노이 Line 1·3·5·6, 호치민 Line 2·3·4 입찰 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신호·전장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LS Electric·현대엘리베이터 — 변전소·전기시스템 일괄 공급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건설 EPC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현대건설·DL이앤씨·SK에코플랜트 — 지하구간 EPC 패키지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운영·유지관리 시스템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SR(수서고속철도) 운영 노하우 + 한국 유지관리 솔루션 수출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역사 디자인·상업화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롯데건설 역사 개발 + 한국 리테일 브랜드 입점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도시철도·메트로 개발계획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하노이 Line 2A·3 운영, Line 1·5·6 건설 예정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호치민 Line 1 완공 임박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현대로템 차량 공급 기회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28건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VN-URB-METRO-2030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