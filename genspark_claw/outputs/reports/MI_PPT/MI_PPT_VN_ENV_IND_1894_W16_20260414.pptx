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15803D"/>
                </a:solidFill>
              </a:rPr>
              <a:t>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5803D"/>
                </a:solidFill>
              </a:rPr>
              <a:t>환경산업 개발프로그램 (Decision 1894)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>MOIT 주관 — 기술 국산화 2030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14일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VN-ENV-IND-1894  ·  생성: 2026-04-14 13:19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환경산업 개발프로그램 (Decision 1894)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4630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폐수처리 기술 국산화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70~80% (2030)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188720"/>
            <a:ext cx="2011679" cy="14630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배기가스 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60~70% (2030)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2011679" cy="14630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WtE 기술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국내 역량 구축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188720"/>
            <a:ext cx="2011679" cy="14630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총 기사 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448건 (역사DB)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3464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448건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834640"/>
            <a:ext cx="6492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MOIT 주관 기술산업 육성 — 인프라 건설 아님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Decision 980 기술목록 등재 → 정부조달 우선 공급자 지위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한국 기술이전 JV: MBR막·모니터링센서·집진기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재활용 산업단지 파일럿 — 법적 근거 2027 목표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MOIT 직접 접촉 채널 우선 (MONRE 아님)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20040" cy="8229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7160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Vì sao tỉ lệ trượt kiểm định khí thải xe xăng tăng gấp đôi, xe diesel tăng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2026-03-29  |  CafeBiz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20040" cy="8229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Kênh từng bị lấp ở TP HCM dang dở sau 11 năm cải tạo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2026-03-28  |  VnExpress - Thời sự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320040" cy="8229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338328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Xử lý dứt điểm lò gạch thủ công gây ô nhiễm môi trường tại Đắk Lắk, Lâm Đồn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2026-03-28  |  Bao Xay Dung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320040" cy="8229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" y="438912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Tạo chuyển biến trong nhận thức và hành động bảo vệ môi trường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9028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2026-03-25  |  VietnamPlus - Moi tr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12080"/>
            <a:ext cx="320040" cy="8229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" y="539496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120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Cục Đăng kiểm nói gì về kiến nghị bỏ "đạp thốc hết ga"khi kiểm tra khí thải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9612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2026-03-24  |  VietnamPlus - Giao 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  2022:  60건  ▐▐▐▐▐▐▐▐▐▐▐▐</a:t>
            </a:r>
            <a:r>
              <a:rPr sz="900">
                <a:solidFill>
                  <a:srgbClr val="6B7280"/>
                </a:solidFill>
              </a:rPr>
              <a:t>  2023: 122건  ▐▐▐▐▐▐▐▐▐▐▐▐▐▐▐</a:t>
            </a:r>
            <a:r>
              <a:rPr sz="900">
                <a:solidFill>
                  <a:srgbClr val="6B7280"/>
                </a:solidFill>
              </a:rPr>
              <a:t>  2024: 123건  ▐▐▐▐▐▐▐▐▐▐▐▐▐▐▐</a:t>
            </a:r>
            <a:r>
              <a:rPr sz="900">
                <a:solidFill>
                  <a:srgbClr val="6B7280"/>
                </a:solidFill>
              </a:rPr>
              <a:t>  2025:  11건  ▐▐</a:t>
            </a:r>
            <a:r>
              <a:rPr sz="900">
                <a:solidFill>
                  <a:srgbClr val="6B7280"/>
                </a:solidFill>
              </a:rPr>
              <a:t>  2026:  16건  ▐▐▐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2743200" cy="21031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Vì sao tỉ lệ trượt kiểm định khí thải xe xăng tăng gấp đôi, xe 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CC"/>
                </a:solidFill>
              </a:rPr>
              <a:t>📅 2026-03-29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Kênh từng bị lấp ở TP HCM dang dở sau 11 năm cải tạo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Xử lý dứt điểm lò gạch thủ công gây ô nhiễm môi trường tại Đắk Lắ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Tạo chuyển biến trong nhận thức và hành động bảo vệ môi trường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72968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Cục Đăng kiểm nói gì về kiến nghị bỏ "đạp thốc hết ga"khi kiểm tr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7336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Roadmap for Vietnam's carbon exchange | NetZero.VN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베트남 정부는 2050년 넷제로 목표 달성을 위해 국내 탄소 거래소 설립에 관한 시행령 제29/2026/ND-CP호를 공포했습니다. 이 거래소는 2028년 말까지 시범 운영을 거쳐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🇻🇳 전국 (106건)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2367950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883664"/>
            <a:ext cx="22765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Hanoi (61건)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32304"/>
            <a:ext cx="2329132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05456"/>
            <a:ext cx="22376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Ho Chi Minh City (60건)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54096"/>
            <a:ext cx="1785667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127248"/>
            <a:ext cx="16942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Da Nang (46건)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75888"/>
            <a:ext cx="815196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3749040"/>
            <a:ext cx="7237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Dong Nai (21건)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388188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4370832"/>
            <a:ext cx="2967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Binh Dinh (10건)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19472"/>
            <a:ext cx="310550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4992624"/>
            <a:ext cx="2191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Kien Giang (8건)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541264"/>
            <a:ext cx="310550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5614416"/>
            <a:ext cx="2191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Ba Ria Vung Tau (8건)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2022:  60건  ██████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2023: 122건  ████████████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2024: 123건  ████████████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2025:  11건  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2026:  16건  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기술이전 파트너십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국산화 목표 달성 위한 한국 기술이전 — 세금 인센티브 + 우선 구매 보장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JV 현지 생산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한국 설계·베트남 생산 — MBR막·모니터링센서·집진기 현지 합작법인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R&amp;D 센터 설립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호아락·하이테크파크 환경기술 R&amp;D — 기술이전 + 인력양성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79976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4562856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379976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5171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재활용 산업단지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5312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파일럿 단지 개발 참여 — LH공사 + 한국 재활용 기업 컨소시엄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58968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564184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458968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596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MOIT 직접 접촉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53212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Decision 980 기술목록 등재 신청 → 정부 조달 우선 공급자 지위 확보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환경산업 개발프로그램 (Decision 1894)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MOIT 주관 기술산업 육성 — 인프라 건설 아님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Decision 980 기술목록 등재 → 정부조달 우선 공급자 지위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한국 기술이전 JV: MBR막·모니터링센서·집진기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448건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VN-ENV-IND-1894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