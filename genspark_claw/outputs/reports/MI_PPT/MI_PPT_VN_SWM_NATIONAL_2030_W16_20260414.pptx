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5803D"/>
                </a:solidFill>
              </a:rPr>
              <a:t>♻️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803D"/>
                </a:solidFill>
              </a:rPr>
              <a:t>전국 고형폐기물 통합관리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491/QD-TTg — WtE 중심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VN-SWM-NATIONAL-2030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전국 고형폐기물 통합관리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도시 수거율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90%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WtE 처리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(2030)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하노이 WtE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4,000 TPD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호치민 WtE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2,000 TPD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299건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매립 → 소각·WtE 전환이 국가 핵심 과제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하노이 4,000TPD WtE 사업자 공모 진행 중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D1894 연계 — 재활용 기술 국산화 목표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GCF(녹색기후기금) + EDCF 복합 금융 가능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한국 WtE: 코오롱글로벌·한국지역난방공사 컨소시엄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Kênh từng bị lấp ở TP HCM dang dở sau 11 năm cải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VnExpress - Thời sự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[VI→EN] Vietnam is transitioning its economic trajectory toward green growt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베트남은 COP26에서 2050년까지 넷제로 달성을 선언하며 경제 구조를 녹색 성장으로 전환하고 있습니다. VN-EV-2030 계획의 일환으로 폐기물 관리 인프라를 개선하고 지속    📅 2026-02-22  |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1 killed, 38 trapped as mound of garbage collapses at Philippine landfill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An avalanche of garbage and debris at a Philippine landfill buried workers in buildings, resulting i   📅 2026-01-09  |  VnExpress English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province approves $70M waste-to-energy plant to treat 600 tons of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Ca Mau Province in southern Vietnam has approved a $70 million waste-to-energy plant capable of proc   📅 2026-01-02  |  VnExpress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43건  ▐▐▐▐▐▐▐▐</a:t>
            </a:r>
            <a:r>
              <a:rPr sz="900">
                <a:solidFill>
                  <a:srgbClr val="6B7280"/>
                </a:solidFill>
              </a:rPr>
              <a:t>  2023:  76건  ▐▐▐▐▐▐▐▐▐▐▐▐▐▐▐</a:t>
            </a:r>
            <a:r>
              <a:rPr sz="900">
                <a:solidFill>
                  <a:srgbClr val="6B7280"/>
                </a:solidFill>
              </a:rPr>
              <a:t>  2024:  78건  ▐▐▐▐▐▐▐▐▐▐▐▐▐▐▐</a:t>
            </a:r>
            <a:r>
              <a:rPr sz="900">
                <a:solidFill>
                  <a:srgbClr val="6B7280"/>
                </a:solidFill>
              </a:rPr>
              <a:t>  2025:   8건  ▐</a:t>
            </a:r>
            <a:r>
              <a:rPr sz="900">
                <a:solidFill>
                  <a:srgbClr val="6B7280"/>
                </a:solidFill>
              </a:rPr>
              <a:t>  2026:   4건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Kênh từng bị lấp ở TP HCM dang dở sau 11 năm cải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[VI→EN] Vietnam is transitioning its economic trajectory toward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베트남은 COP26에서 2050년까지 넷제로 달성을 선언하며 경제 구조를 녹색 성장으로 전환하고 있습니다. VN-EV-2030 계획의 일환으로 폐기물 관리 인프라를 개선하고 지속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1 killed, 38 trapped as mound of garbage collapses at Philippine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An avalanche of garbage and debris at a Philippine landfill buried workers in buildings, resulting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province approves $70M waste-to-energy plant to treat 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Ca Mau Province in southern Vietnam has approved a $70 million waste-to-energy plant capable of proc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(97건)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993769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9023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(47건)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527142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4357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(36건)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1442301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135086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(34건)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339364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2479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Nam (8건)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296944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20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(7건)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296944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205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Thua Thien Hue (7건)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254523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1630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(6건)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43건  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76건  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78건  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8건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4건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WtE 소각발전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하노이 4,000TPD, 호치민 2,000TPD — 코오롱글로벌·한국지역난방공사 컨소시엄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재활용 기술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분리수거·자동분류 설비 — 한국 재활용 기술 수출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의료폐기물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병원 의료폐기물 소각 시스템 — 한국 의료폐기물 전문기업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수거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IoT 기반 폐기물 수거 경로 최적화 — 한국 스마트시티 솔루션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ODA·환경펀드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GCF(녹색기후기금) + EDCF — 한국 환경기업 참여 연계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전국 고형폐기물 통합관리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매립 → 소각·WtE 전환이 국가 핵심 과제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 4,000TPD WtE 사업자 공모 진행 중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D1894 연계 — 재활용 기술 국산화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299건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VN-SWM-NATIONAL-2030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