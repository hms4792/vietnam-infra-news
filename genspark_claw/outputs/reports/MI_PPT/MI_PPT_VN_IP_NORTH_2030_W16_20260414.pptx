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7C3AED"/>
                </a:solidFill>
              </a:rP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</a:rPr>
              <a:t>북부 산업단지 개발 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1107/QD-TTg — FDI 허브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VN-IP-NORTH-2030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북부 산업단지 개발 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핵심 클러스터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5개 성시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FDI 누적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$180B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스마트 산업단지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전환 (2030)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입주율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42건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삼성·LG·폭스콘 핵심 전자 제조 클러스터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VSIP Hung Yen 3단계 착공 (2024)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산업단지 개발: LH공사·포스코인터내셔널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스마트팩토리 전환 솔루션 수요 급증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링로드4 완공(2027)으로 물류 혁신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Khởi công khu công nghiệp hơn 4.150 tỉ đồng ở cực tăng trưởng nam Đà Nẵng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Thanh Nien - Kinh 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Đà Nẵng khởi công khu công nghiệp hơn 4.100 tỷ đồng, quyết tâm đổi mới mô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Bao Xay Dung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Đà Nẵng khởi công dự án khu công nghiệp 4.152 tỷ đồng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SGGP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Nghe An steps up efforts to remove bottlenecks and attract FDI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The year 2026 is forecast to remain favourable for foreign direct investment (FDI) attraction in Ngh   📅 2026-03-09  |  Nhan Dan English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to create favorable conditions for enterprises to expand 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This affirmation was made by Vice Chairman of the People’s Committee of Ho Chi Minh City, Hoang Nguy   📅 2026-03-02  |  SGGP News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3건  </a:t>
            </a:r>
            <a:r>
              <a:rPr sz="900">
                <a:solidFill>
                  <a:srgbClr val="6B7280"/>
                </a:solidFill>
              </a:rPr>
              <a:t>  2023:   1건  </a:t>
            </a:r>
            <a:r>
              <a:rPr sz="900">
                <a:solidFill>
                  <a:srgbClr val="6B7280"/>
                </a:solidFill>
              </a:rPr>
              <a:t>  2025:  12건  ▐▐</a:t>
            </a:r>
            <a:r>
              <a:rPr sz="900">
                <a:solidFill>
                  <a:srgbClr val="6B7280"/>
                </a:solidFill>
              </a:rPr>
              <a:t>  2026:  26건  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Khởi công khu công nghiệp hơn 4.150 tỉ đồng ở cực tăng trưởng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Đà Nẵng khởi công khu công nghiệp hơn 4.100 tỷ đồng, quyết tâm đổ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Đà Nẵng khởi công dự án khu công nghiệp 4.152 tỷ đồng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Nghe An steps up efforts to remove bottlenecks and attract FDI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The year 2026 is forecast to remain favourable for foreign direct investment (FDI) attraction in Ngh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to create favorable conditions for enterprises to expand 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This affirmation was made by Vice Chairman of the People’s Committee of Ho Chi Minh City, Hoang Nguy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Stavian Hung Yen Industrial Cluster signs infrastructure lease 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Stavian Industrial Park JSC has signed infrastructure and land-use lease agreements this month with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(25건)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8229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(5건)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493776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(3건)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32918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Ho Chi Minh City (2건)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32918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Hung Yen (2건)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16459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731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(1건)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16459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731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(1건)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16459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731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Long An (1건)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3건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12건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26건  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산업단지 개발·운영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LH공사·포스코인터내셔널·한국토지신탁 — 신규 산업단지 개발 합작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전자·반도체 소부장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삼성(박닌·타이응웬) 협력사 — 공장 증설 + 신규 입주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스마트팩토리 솔루션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현대·LS·포스코 스마트팩토리 시스템 — 산업단지 디지털화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폐수처리·환경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산업단지 공동 폐수처리장 — 한국 환경엔지니어링사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에너지 공급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산업단지 자체 발전·재생에너지 — 한국 RE·ESS 기업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북부 산업단지 개발 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삼성·LG·폭스콘 핵심 전자 제조 클러스터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VSIP Hung Yen 3단계 착공 (2024)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한국 산업단지 개발: LH공사·포스코인터내셔널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42건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VN-IP-NORTH-2030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