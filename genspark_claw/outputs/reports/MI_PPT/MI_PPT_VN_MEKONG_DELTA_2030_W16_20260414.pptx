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D9488"/>
                </a:solidFill>
              </a:rPr>
              <a:t>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</a:rPr>
              <a:t>메콩델타 지역개발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VN-MEKONG-DELTA-2030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메콩델타 지역개발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830km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현재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180km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$65B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13개 성시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1,700만명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47건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기후변화 대응 — 해수 차단·염수 침투 방지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메콩 고속도로 5개 구간 2026 동시 착공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껀터 국제공항 확장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연약지반 공법 — 한국 건설사 특기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Party Secretary urges seizing of "diamond opportunity" for city's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Ho Chi Minh City Party Secretary Tran Luu Quang described Resolution 260 as a “diamond opportunity”    📅 2026-02-25  |  SGGP News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Mekong Delta gains new momentum with Can Tho–Ca Mau Expressway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In the new year of 2026, several expressway projects in the Mekong Delta have been put into operatio   📅 2026-02-15  |  SGGP News 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Tet warmth reaches Thanh An Island with 300 gifts for families in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The Vietnam Fatherland Front Committee of Ho Chi Minh City brought joy to Thanh An island commune, d   📅 2026-02-13  |  SGGP News English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 farmers prosper with ST25 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ST25 rice offers high yields, soft and fragrant grains and strong market prices. With these advantag   📅 2026-02-12  |  SGGP News English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to build $1.1B bridge to connect key Mekong Delta expressways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베트남은 하우강을 가로질러 주요 메콩 델타 고속도로를 연결하는 11억 달러 규모의 껀터 2대교(Can Tho 2 Bridge) 건설을 준비하고 있습니다. 이 교량은 도로와 철도가    📅 2026-01-01  |  VnExpress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 1건  </a:t>
            </a:r>
            <a:r>
              <a:rPr sz="900">
                <a:solidFill>
                  <a:srgbClr val="6B7280"/>
                </a:solidFill>
              </a:rPr>
              <a:t>  2023:  10건  ▐▐</a:t>
            </a:r>
            <a:r>
              <a:rPr sz="900">
                <a:solidFill>
                  <a:srgbClr val="6B7280"/>
                </a:solidFill>
              </a:rPr>
              <a:t>  2024:  16건  ▐▐▐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5건  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HCMC Party Secretary urges seizing of "diamond opportunity" for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Ho Chi Minh City Party Secretary Tran Luu Quang described Resolution 260 as a “diamond opportunity”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2026-02-25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Mekong Delta gains new momentum with Can Tho–Ca Mau Expressway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In the new year of 2026, several expressway projects in the Mekong Delta have been put into operatio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Tet warmth reaches Thanh An Island with 300 gifts for families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The Vietnam Fatherland Front Committee of Ho Chi Minh City brought joy to Thanh An island commune,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farmers prosper with ST25 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ST25 rice offers high yields, soft and fragrant grains and strong market prices. With these advantag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to build $1.1B bridge to connect key Mekong Delta express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하우강을 가로질러 주요 메콩 델타 고속도로를 연결하는 11억 달러 규모의 껀터 2대교(Can Tho 2 Bridge) 건설을 준비하고 있습니다. 이 교량은 도로와 철도가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Mekong Delta (16건)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0574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(8건)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8002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7087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Tien Giang (7건)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7715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6800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(3건)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771525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6800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Ben Tre (3건)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51435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422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Can Tho (2건)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51435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422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Bac Lieu (2건)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51435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422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Thap (2건)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10건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16건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5건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고속도로 건설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메콩델타 고속도로 830km — 한국 건설사 패키지 수주 (연약지반 공법)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기후변화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해수 차단 제방·수문·범람 방지 — K-water, 한국수자원공사 기술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농업현대화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스마트팜·수직농장·콜드체인 — 한국 농업기술기업 진출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수산업 인프라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새우·메기 가공시설·항만 냉동창고 — 한국 식품기업 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재생에너지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메콩델타 수상태양광 잠재력 1,200MW+ — 한국 RE 기업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메콩델타 지역개발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기후변화 대응 — 해수 차단·염수 침투 방지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메콩 고속도로 5개 구간 2026 동시 착공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껀터 국제공항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47건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VN-MEKONG-DELTA-2030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