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0D9488"/>
                </a:solidFill>
              </a:rPr>
              <a:t>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</a:rPr>
              <a:t>전기차·친환경 모빌리티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VN-EV-2030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전기차·친환경 모빌리티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EV 판매비중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충전소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10만 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전기버스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(2030)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배터리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국내 3곳+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11건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VinFast 급성장 — 2024 EV 점유율 8%→30% 목표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삼성SDI·LG에너지솔루션 VinFast 배터리 공급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현대차 Elec City 전기버스 입찰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포스코퓨처엠 양극재 JV 추진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Vietnam's EV market is gaining momentum In 2025, VinFast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 빈패스트는 2025년 약 175,000대의 전기차를 판매하며 현지 자동차 시장 1위에 올랐으며, 전기 오토바이 판매량도 40만 대를 돌파했습니다. 정부의    📅 2026-03-18  |  📰 instagram.com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VinFast Extends Free Charging Policy Across Markets - 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베트남의 빈패스트(VinFast)는 모든 시장에서 무료 충전 정책을 3년 연장한다고 발표했습니다. 모기업인 빈그룹은 베트남, 인도, 인도네시아 등에서 내연기관차를   📅 2026-03-16  |  📰 linkedin.com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MOVE Việt Nam khởi công nhà máy sản xuất xe điện thứ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2026-02-10  |  📰 vietnamnet.vn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VinFast VF6 and VF7 achieve 5-star safety certification from India’s Bharat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Waste Water project in Vietnam. VinFast’s VF 6 and VF 7 have earned the top five-star   📅 2026-01-22  |  📰 vietnamnews.vn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1900:   5건  ▐</a:t>
            </a:r>
            <a:r>
              <a:rPr sz="900">
                <a:solidFill>
                  <a:srgbClr val="6B7280"/>
                </a:solidFill>
              </a:rPr>
              <a:t>  2024:   1건  </a:t>
            </a:r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 4건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Vietnam's EV market is gaining momentum In 2025, VinFast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베트남 빈패스트는 2025년 약 175,000대의 전기차를 판매하며 현지 자동차 시장 1위에 올랐으며, 전기 오토바이 판매량도 40만 대를 돌파했습니다. 정부의 충전 인프라 개선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VinFast Extends Free Charging Policy Across Markets - 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베트남의 빈패스트(VinFast)는 모든 시장에서 무료 충전 정책을 3년 연장한다고 발표했습니다. 모기업인 빈그룹은 베트남, 인도, 인도네시아 등에서 내연기관차를 전기차로 교체할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MOVE Việt Nam khởi công nhà máy sản xuất xe điện thứ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VinFast VF6 and VF7 achieve 5-star safety certification from Indi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Waste Water project in Vietnam. VinFast’s VF 6 and VF 7 have earned the top five-star safety 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(9건)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4572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Hung Yen (1건)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4572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Hanoi (1건)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1900:   5건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4건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배터리 공급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삼성SDI·LG에너지솔루션·SK온 — VinFast 배터리 공급 확대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충전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현대차·SK·LS Electric — 급속충전기·V2G 시스템 공급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전기버스 제조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현대차 Elec City 버스 — 하노이·호치민 전기버스 입찰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배터리 소재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포스코퓨처엠·에코프로 — 양극재·음극재 JV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차량용 반도체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삼성전자·SK하이닉스 — 차량용 칩 공급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전기차·친환경 모빌리티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VinFast 급성장 — 2024 EV 점유율 8%→30% 목표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삼성SDI·LG에너지솔루션 VinFast 배터리 공급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현대차 Elec City 전기버스 입찰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11건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VN-EV-2030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